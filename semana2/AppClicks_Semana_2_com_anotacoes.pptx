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6"/>
  </p:notesMasterIdLst>
  <p:sldIdLst>
    <p:sldId id="256" r:id="rId2"/>
    <p:sldId id="257" r:id="rId3"/>
    <p:sldId id="258" r:id="rId4"/>
    <p:sldId id="259" r:id="rId5"/>
    <p:sldId id="321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322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1448ED-4A66-4A03-B9E2-E13B431B168F}" v="1" dt="2026-08-16T16:38:40.5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2958" autoAdjust="0"/>
  </p:normalViewPr>
  <p:slideViewPr>
    <p:cSldViewPr snapToGrid="0" snapToObjects="1">
      <p:cViewPr varScale="1">
        <p:scale>
          <a:sx n="47" d="100"/>
          <a:sy n="47" d="100"/>
        </p:scale>
        <p:origin x="1840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an Lucas" userId="f488f667df7b9828" providerId="LiveId" clId="{7341C001-F0AF-4418-95D9-934B15DF2660}"/>
    <pc:docChg chg="undo custSel addSld delSld modSld">
      <pc:chgData name="Ivan Lucas" userId="f488f667df7b9828" providerId="LiveId" clId="{7341C001-F0AF-4418-95D9-934B15DF2660}" dt="2026-08-16T17:09:32.989" v="657" actId="478"/>
      <pc:docMkLst>
        <pc:docMk/>
      </pc:docMkLst>
      <pc:sldChg chg="modSp mod">
        <pc:chgData name="Ivan Lucas" userId="f488f667df7b9828" providerId="LiveId" clId="{7341C001-F0AF-4418-95D9-934B15DF2660}" dt="2026-08-09T04:03:19.820" v="306" actId="26606"/>
        <pc:sldMkLst>
          <pc:docMk/>
          <pc:sldMk cId="0" sldId="256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56"/>
            <ac:spMk id="10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16T17:02:05.117" v="641" actId="122"/>
        <pc:sldMkLst>
          <pc:docMk/>
          <pc:sldMk cId="0" sldId="257"/>
        </pc:sldMkLst>
        <pc:spChg chg="mod">
          <ac:chgData name="Ivan Lucas" userId="f488f667df7b9828" providerId="LiveId" clId="{7341C001-F0AF-4418-95D9-934B15DF2660}" dt="2026-08-16T17:02:05.117" v="641" actId="122"/>
          <ac:spMkLst>
            <pc:docMk/>
            <pc:sldMk cId="0" sldId="257"/>
            <ac:spMk id="25" creationId="{00000000-0000-0000-0000-000000000000}"/>
          </ac:spMkLst>
        </pc:spChg>
      </pc:sldChg>
      <pc:sldChg chg="delSp modSp mod">
        <pc:chgData name="Ivan Lucas" userId="f488f667df7b9828" providerId="LiveId" clId="{7341C001-F0AF-4418-95D9-934B15DF2660}" dt="2026-08-16T16:54:05.397" v="639" actId="478"/>
        <pc:sldMkLst>
          <pc:docMk/>
          <pc:sldMk cId="0" sldId="258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58"/>
            <ac:spMk id="8" creationId="{00000000-0000-0000-0000-000000000000}"/>
          </ac:spMkLst>
        </pc:spChg>
        <pc:spChg chg="del">
          <ac:chgData name="Ivan Lucas" userId="f488f667df7b9828" providerId="LiveId" clId="{7341C001-F0AF-4418-95D9-934B15DF2660}" dt="2026-08-16T16:54:01.695" v="638" actId="478"/>
          <ac:spMkLst>
            <pc:docMk/>
            <pc:sldMk cId="0" sldId="258"/>
            <ac:spMk id="15" creationId="{00000000-0000-0000-0000-000000000000}"/>
          </ac:spMkLst>
        </pc:spChg>
        <pc:spChg chg="del">
          <ac:chgData name="Ivan Lucas" userId="f488f667df7b9828" providerId="LiveId" clId="{7341C001-F0AF-4418-95D9-934B15DF2660}" dt="2026-08-16T16:54:05.397" v="639" actId="478"/>
          <ac:spMkLst>
            <pc:docMk/>
            <pc:sldMk cId="0" sldId="258"/>
            <ac:spMk id="16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09T04:03:19.820" v="306" actId="26606"/>
        <pc:sldMkLst>
          <pc:docMk/>
          <pc:sldMk cId="0" sldId="259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59"/>
            <ac:spMk id="11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09T04:03:19.820" v="306" actId="26606"/>
        <pc:sldMkLst>
          <pc:docMk/>
          <pc:sldMk cId="0" sldId="261"/>
        </pc:sldMkLst>
      </pc:sldChg>
      <pc:sldChg chg="modSp mod">
        <pc:chgData name="Ivan Lucas" userId="f488f667df7b9828" providerId="LiveId" clId="{7341C001-F0AF-4418-95D9-934B15DF2660}" dt="2026-08-09T04:03:19.820" v="306" actId="26606"/>
        <pc:sldMkLst>
          <pc:docMk/>
          <pc:sldMk cId="0" sldId="262"/>
        </pc:sldMkLst>
      </pc:sldChg>
      <pc:sldChg chg="modSp mod">
        <pc:chgData name="Ivan Lucas" userId="f488f667df7b9828" providerId="LiveId" clId="{7341C001-F0AF-4418-95D9-934B15DF2660}" dt="2026-08-09T04:03:19.820" v="306" actId="26606"/>
        <pc:sldMkLst>
          <pc:docMk/>
          <pc:sldMk cId="0" sldId="264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64"/>
            <ac:spMk id="13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09T04:03:19.820" v="306" actId="26606"/>
        <pc:sldMkLst>
          <pc:docMk/>
          <pc:sldMk cId="0" sldId="265"/>
        </pc:sldMkLst>
      </pc:sldChg>
      <pc:sldChg chg="addSp delSp modSp mod">
        <pc:chgData name="Ivan Lucas" userId="f488f667df7b9828" providerId="LiveId" clId="{7341C001-F0AF-4418-95D9-934B15DF2660}" dt="2026-08-09T04:03:19.820" v="306" actId="26606"/>
        <pc:sldMkLst>
          <pc:docMk/>
          <pc:sldMk cId="0" sldId="266"/>
        </pc:sldMkLst>
        <pc:spChg chg="mod">
          <ac:chgData name="Ivan Lucas" userId="f488f667df7b9828" providerId="LiveId" clId="{7341C001-F0AF-4418-95D9-934B15DF2660}" dt="2026-08-08T19:37:07.792" v="21" actId="26606"/>
          <ac:spMkLst>
            <pc:docMk/>
            <pc:sldMk cId="0" sldId="266"/>
            <ac:spMk id="5" creationId="{00000000-0000-0000-0000-000000000000}"/>
          </ac:spMkLst>
        </pc:spChg>
        <pc:spChg chg="mod">
          <ac:chgData name="Ivan Lucas" userId="f488f667df7b9828" providerId="LiveId" clId="{7341C001-F0AF-4418-95D9-934B15DF2660}" dt="2026-08-08T19:37:07.792" v="21" actId="26606"/>
          <ac:spMkLst>
            <pc:docMk/>
            <pc:sldMk cId="0" sldId="266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8T19:37:07.792" v="21" actId="26606"/>
          <ac:spMkLst>
            <pc:docMk/>
            <pc:sldMk cId="0" sldId="266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8T19:37:07.792" v="21" actId="26606"/>
          <ac:spMkLst>
            <pc:docMk/>
            <pc:sldMk cId="0" sldId="266"/>
            <ac:spMk id="13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09T04:26:10.233" v="321" actId="26606"/>
        <pc:sldMkLst>
          <pc:docMk/>
          <pc:sldMk cId="0" sldId="267"/>
        </pc:sldMkLst>
        <pc:spChg chg="mod">
          <ac:chgData name="Ivan Lucas" userId="f488f667df7b9828" providerId="LiveId" clId="{7341C001-F0AF-4418-95D9-934B15DF2660}" dt="2026-08-08T19:40:59.588" v="22" actId="26606"/>
          <ac:spMkLst>
            <pc:docMk/>
            <pc:sldMk cId="0" sldId="267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6:10.233" v="321" actId="26606"/>
          <ac:spMkLst>
            <pc:docMk/>
            <pc:sldMk cId="0" sldId="267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8T19:40:59.588" v="22" actId="26606"/>
          <ac:spMkLst>
            <pc:docMk/>
            <pc:sldMk cId="0" sldId="267"/>
            <ac:spMk id="12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09T04:26:10.233" v="321" actId="26606"/>
        <pc:sldMkLst>
          <pc:docMk/>
          <pc:sldMk cId="0" sldId="268"/>
        </pc:sldMkLst>
        <pc:spChg chg="mod">
          <ac:chgData name="Ivan Lucas" userId="f488f667df7b9828" providerId="LiveId" clId="{7341C001-F0AF-4418-95D9-934B15DF2660}" dt="2026-08-08T19:40:59.588" v="22" actId="26606"/>
          <ac:spMkLst>
            <pc:docMk/>
            <pc:sldMk cId="0" sldId="268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6:10.233" v="321" actId="26606"/>
          <ac:spMkLst>
            <pc:docMk/>
            <pc:sldMk cId="0" sldId="268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8T19:40:59.588" v="22" actId="26606"/>
          <ac:spMkLst>
            <pc:docMk/>
            <pc:sldMk cId="0" sldId="268"/>
            <ac:spMk id="12" creationId="{00000000-0000-0000-0000-000000000000}"/>
          </ac:spMkLst>
        </pc:spChg>
      </pc:sldChg>
      <pc:sldChg chg="modSp del mod">
        <pc:chgData name="Ivan Lucas" userId="f488f667df7b9828" providerId="LiveId" clId="{7341C001-F0AF-4418-95D9-934B15DF2660}" dt="2026-08-08T20:48:38.273" v="29" actId="26606"/>
        <pc:sldMkLst>
          <pc:docMk/>
          <pc:sldMk cId="0" sldId="269"/>
        </pc:sldMkLst>
        <pc:spChg chg="mod">
          <ac:chgData name="Ivan Lucas" userId="f488f667df7b9828" providerId="LiveId" clId="{7341C001-F0AF-4418-95D9-934B15DF2660}" dt="2026-08-08T19:25:17.112" v="0" actId="26606"/>
          <ac:spMkLst>
            <pc:docMk/>
            <pc:sldMk cId="0" sldId="269"/>
            <ac:spMk id="11" creationId="{00000000-0000-0000-0000-000000000000}"/>
          </ac:spMkLst>
        </pc:spChg>
      </pc:sldChg>
      <pc:sldChg chg="delSp modSp add del mod">
        <pc:chgData name="Ivan Lucas" userId="f488f667df7b9828" providerId="LiveId" clId="{7341C001-F0AF-4418-95D9-934B15DF2660}" dt="2026-08-16T15:51:06.357" v="486" actId="47"/>
        <pc:sldMkLst>
          <pc:docMk/>
          <pc:sldMk cId="0" sldId="270"/>
        </pc:sldMkLst>
      </pc:sldChg>
      <pc:sldChg chg="addSp delSp modSp mod">
        <pc:chgData name="Ivan Lucas" userId="f488f667df7b9828" providerId="LiveId" clId="{7341C001-F0AF-4418-95D9-934B15DF2660}" dt="2026-08-16T17:03:25.014" v="642" actId="478"/>
        <pc:sldMkLst>
          <pc:docMk/>
          <pc:sldMk cId="0" sldId="271"/>
        </pc:sldMkLst>
        <pc:spChg chg="mod">
          <ac:chgData name="Ivan Lucas" userId="f488f667df7b9828" providerId="LiveId" clId="{7341C001-F0AF-4418-95D9-934B15DF2660}" dt="2026-08-08T21:39:25.683" v="43" actId="26606"/>
          <ac:spMkLst>
            <pc:docMk/>
            <pc:sldMk cId="0" sldId="271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8T21:39:25.683" v="43" actId="26606"/>
          <ac:spMkLst>
            <pc:docMk/>
            <pc:sldMk cId="0" sldId="271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6:10.233" v="321" actId="26606"/>
          <ac:spMkLst>
            <pc:docMk/>
            <pc:sldMk cId="0" sldId="271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71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08T21:39:25.683" v="43" actId="26606"/>
          <ac:spMkLst>
            <pc:docMk/>
            <pc:sldMk cId="0" sldId="271"/>
            <ac:spMk id="12" creationId="{00000000-0000-0000-0000-000000000000}"/>
          </ac:spMkLst>
        </pc:spChg>
        <pc:spChg chg="del">
          <ac:chgData name="Ivan Lucas" userId="f488f667df7b9828" providerId="LiveId" clId="{7341C001-F0AF-4418-95D9-934B15DF2660}" dt="2026-08-16T17:03:25.014" v="642" actId="478"/>
          <ac:spMkLst>
            <pc:docMk/>
            <pc:sldMk cId="0" sldId="271"/>
            <ac:spMk id="15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09T04:26:10.233" v="321" actId="26606"/>
        <pc:sldMkLst>
          <pc:docMk/>
          <pc:sldMk cId="0" sldId="272"/>
        </pc:sldMkLst>
        <pc:spChg chg="mod">
          <ac:chgData name="Ivan Lucas" userId="f488f667df7b9828" providerId="LiveId" clId="{7341C001-F0AF-4418-95D9-934B15DF2660}" dt="2026-08-08T21:41:29.750" v="49" actId="26606"/>
          <ac:spMkLst>
            <pc:docMk/>
            <pc:sldMk cId="0" sldId="272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8T21:41:29.750" v="49" actId="26606"/>
          <ac:spMkLst>
            <pc:docMk/>
            <pc:sldMk cId="0" sldId="272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6:10.233" v="321" actId="26606"/>
          <ac:spMkLst>
            <pc:docMk/>
            <pc:sldMk cId="0" sldId="272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72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08T21:41:29.750" v="49" actId="26606"/>
          <ac:spMkLst>
            <pc:docMk/>
            <pc:sldMk cId="0" sldId="272"/>
            <ac:spMk id="12" creationId="{00000000-0000-0000-0000-000000000000}"/>
          </ac:spMkLst>
        </pc:spChg>
      </pc:sldChg>
      <pc:sldChg chg="addSp delSp modSp mod">
        <pc:chgData name="Ivan Lucas" userId="f488f667df7b9828" providerId="LiveId" clId="{7341C001-F0AF-4418-95D9-934B15DF2660}" dt="2026-08-16T13:51:23.534" v="359" actId="14100"/>
        <pc:sldMkLst>
          <pc:docMk/>
          <pc:sldMk cId="0" sldId="273"/>
        </pc:sldMkLst>
        <pc:spChg chg="mod">
          <ac:chgData name="Ivan Lucas" userId="f488f667df7b9828" providerId="LiveId" clId="{7341C001-F0AF-4418-95D9-934B15DF2660}" dt="2026-08-08T21:44:23.636" v="56" actId="26606"/>
          <ac:spMkLst>
            <pc:docMk/>
            <pc:sldMk cId="0" sldId="273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16T13:50:57.401" v="353" actId="20577"/>
          <ac:spMkLst>
            <pc:docMk/>
            <pc:sldMk cId="0" sldId="273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16T13:51:00.054" v="354" actId="478"/>
          <ac:spMkLst>
            <pc:docMk/>
            <pc:sldMk cId="0" sldId="273"/>
            <ac:spMk id="8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73"/>
            <ac:spMk id="11" creationId="{00000000-0000-0000-0000-000000000000}"/>
          </ac:spMkLst>
        </pc:spChg>
        <pc:picChg chg="add del mod">
          <ac:chgData name="Ivan Lucas" userId="f488f667df7b9828" providerId="LiveId" clId="{7341C001-F0AF-4418-95D9-934B15DF2660}" dt="2026-08-16T13:51:23.534" v="359" actId="14100"/>
          <ac:picMkLst>
            <pc:docMk/>
            <pc:sldMk cId="0" sldId="273"/>
            <ac:picMk id="9" creationId="{00000000-0000-0000-0000-000000000000}"/>
          </ac:picMkLst>
        </pc:picChg>
      </pc:sldChg>
      <pc:sldChg chg="modSp mod">
        <pc:chgData name="Ivan Lucas" userId="f488f667df7b9828" providerId="LiveId" clId="{7341C001-F0AF-4418-95D9-934B15DF2660}" dt="2026-08-09T04:26:10.233" v="321" actId="26606"/>
        <pc:sldMkLst>
          <pc:docMk/>
          <pc:sldMk cId="0" sldId="274"/>
        </pc:sldMkLst>
        <pc:spChg chg="mod">
          <ac:chgData name="Ivan Lucas" userId="f488f667df7b9828" providerId="LiveId" clId="{7341C001-F0AF-4418-95D9-934B15DF2660}" dt="2026-08-08T21:45:46.700" v="58" actId="26606"/>
          <ac:spMkLst>
            <pc:docMk/>
            <pc:sldMk cId="0" sldId="274"/>
            <ac:spMk id="2" creationId="{00000000-0000-0000-0000-000000000000}"/>
          </ac:spMkLst>
        </pc:spChg>
        <pc:spChg chg="mod">
          <ac:chgData name="Ivan Lucas" userId="f488f667df7b9828" providerId="LiveId" clId="{7341C001-F0AF-4418-95D9-934B15DF2660}" dt="2026-08-08T21:45:46.700" v="58" actId="26606"/>
          <ac:spMkLst>
            <pc:docMk/>
            <pc:sldMk cId="0" sldId="274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8T21:45:46.700" v="58" actId="26606"/>
          <ac:spMkLst>
            <pc:docMk/>
            <pc:sldMk cId="0" sldId="274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6:10.233" v="321" actId="26606"/>
          <ac:spMkLst>
            <pc:docMk/>
            <pc:sldMk cId="0" sldId="274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74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08T21:45:46.700" v="58" actId="26606"/>
          <ac:spMkLst>
            <pc:docMk/>
            <pc:sldMk cId="0" sldId="274"/>
            <ac:spMk id="12" creationId="{00000000-0000-0000-0000-000000000000}"/>
          </ac:spMkLst>
        </pc:spChg>
      </pc:sldChg>
      <pc:sldChg chg="delSp modSp mod modNotes">
        <pc:chgData name="Ivan Lucas" userId="f488f667df7b9828" providerId="LiveId" clId="{7341C001-F0AF-4418-95D9-934B15DF2660}" dt="2026-08-09T04:26:10.233" v="321" actId="26606"/>
        <pc:sldMkLst>
          <pc:docMk/>
          <pc:sldMk cId="0" sldId="275"/>
        </pc:sldMkLst>
        <pc:spChg chg="del">
          <ac:chgData name="Ivan Lucas" userId="f488f667df7b9828" providerId="LiveId" clId="{7341C001-F0AF-4418-95D9-934B15DF2660}" dt="2026-08-08T21:47:20.855" v="59" actId="26606"/>
          <ac:spMkLst>
            <pc:docMk/>
            <pc:sldMk cId="0" sldId="275"/>
            <ac:spMk id="2" creationId="{00000000-0000-0000-0000-000000000000}"/>
          </ac:spMkLst>
        </pc:spChg>
        <pc:spChg chg="del">
          <ac:chgData name="Ivan Lucas" userId="f488f667df7b9828" providerId="LiveId" clId="{7341C001-F0AF-4418-95D9-934B15DF2660}" dt="2026-08-08T21:47:20.855" v="59" actId="26606"/>
          <ac:spMkLst>
            <pc:docMk/>
            <pc:sldMk cId="0" sldId="275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9T03:14:28.481" v="210" actId="20577"/>
          <ac:spMkLst>
            <pc:docMk/>
            <pc:sldMk cId="0" sldId="275"/>
            <ac:spMk id="4" creationId="{00000000-0000-0000-0000-000000000000}"/>
          </ac:spMkLst>
        </pc:spChg>
        <pc:spChg chg="mod">
          <ac:chgData name="Ivan Lucas" userId="f488f667df7b9828" providerId="LiveId" clId="{7341C001-F0AF-4418-95D9-934B15DF2660}" dt="2026-08-08T21:53:14.957" v="63" actId="26606"/>
          <ac:spMkLst>
            <pc:docMk/>
            <pc:sldMk cId="0" sldId="275"/>
            <ac:spMk id="6" creationId="{00000000-0000-0000-0000-000000000000}"/>
          </ac:spMkLst>
        </pc:spChg>
        <pc:spChg chg="mod">
          <ac:chgData name="Ivan Lucas" userId="f488f667df7b9828" providerId="LiveId" clId="{7341C001-F0AF-4418-95D9-934B15DF2660}" dt="2026-08-08T21:53:14.957" v="63" actId="26606"/>
          <ac:spMkLst>
            <pc:docMk/>
            <pc:sldMk cId="0" sldId="275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8T21:53:14.957" v="63" actId="26606"/>
          <ac:spMkLst>
            <pc:docMk/>
            <pc:sldMk cId="0" sldId="275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8T21:53:14.957" v="63" actId="26606"/>
          <ac:spMkLst>
            <pc:docMk/>
            <pc:sldMk cId="0" sldId="275"/>
            <ac:spMk id="10" creationId="{00000000-0000-0000-0000-000000000000}"/>
          </ac:spMkLst>
        </pc:spChg>
        <pc:spChg chg="mod">
          <ac:chgData name="Ivan Lucas" userId="f488f667df7b9828" providerId="LiveId" clId="{7341C001-F0AF-4418-95D9-934B15DF2660}" dt="2026-08-08T21:53:14.957" v="63" actId="26606"/>
          <ac:spMkLst>
            <pc:docMk/>
            <pc:sldMk cId="0" sldId="275"/>
            <ac:spMk id="12" creationId="{00000000-0000-0000-0000-000000000000}"/>
          </ac:spMkLst>
        </pc:spChg>
        <pc:spChg chg="mod">
          <ac:chgData name="Ivan Lucas" userId="f488f667df7b9828" providerId="LiveId" clId="{7341C001-F0AF-4418-95D9-934B15DF2660}" dt="2026-08-08T21:53:14.957" v="63" actId="26606"/>
          <ac:spMkLst>
            <pc:docMk/>
            <pc:sldMk cId="0" sldId="275"/>
            <ac:spMk id="13" creationId="{00000000-0000-0000-0000-000000000000}"/>
          </ac:spMkLst>
        </pc:spChg>
      </pc:sldChg>
      <pc:sldChg chg="addSp delSp modSp mod">
        <pc:chgData name="Ivan Lucas" userId="f488f667df7b9828" providerId="LiveId" clId="{7341C001-F0AF-4418-95D9-934B15DF2660}" dt="2026-08-16T14:10:14.776" v="439" actId="14100"/>
        <pc:sldMkLst>
          <pc:docMk/>
          <pc:sldMk cId="0" sldId="276"/>
        </pc:sldMkLst>
        <pc:spChg chg="mod">
          <ac:chgData name="Ivan Lucas" userId="f488f667df7b9828" providerId="LiveId" clId="{7341C001-F0AF-4418-95D9-934B15DF2660}" dt="2026-08-09T02:25:10.646" v="153" actId="26606"/>
          <ac:spMkLst>
            <pc:docMk/>
            <pc:sldMk cId="0" sldId="276"/>
            <ac:spMk id="3" creationId="{00000000-0000-0000-0000-000000000000}"/>
          </ac:spMkLst>
        </pc:spChg>
        <pc:spChg chg="del mod">
          <ac:chgData name="Ivan Lucas" userId="f488f667df7b9828" providerId="LiveId" clId="{7341C001-F0AF-4418-95D9-934B15DF2660}" dt="2026-08-16T14:10:14.776" v="439" actId="14100"/>
          <ac:spMkLst>
            <pc:docMk/>
            <pc:sldMk cId="0" sldId="276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16T13:51:32.927" v="360" actId="478"/>
          <ac:spMkLst>
            <pc:docMk/>
            <pc:sldMk cId="0" sldId="276"/>
            <ac:spMk id="8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76"/>
            <ac:spMk id="11" creationId="{00000000-0000-0000-0000-000000000000}"/>
          </ac:spMkLst>
        </pc:spChg>
        <pc:picChg chg="mod">
          <ac:chgData name="Ivan Lucas" userId="f488f667df7b9828" providerId="LiveId" clId="{7341C001-F0AF-4418-95D9-934B15DF2660}" dt="2026-08-16T13:52:18.759" v="372" actId="14100"/>
          <ac:picMkLst>
            <pc:docMk/>
            <pc:sldMk cId="0" sldId="276"/>
            <ac:picMk id="9" creationId="{00000000-0000-0000-0000-000000000000}"/>
          </ac:picMkLst>
        </pc:picChg>
      </pc:sldChg>
      <pc:sldChg chg="delSp modSp mod">
        <pc:chgData name="Ivan Lucas" userId="f488f667df7b9828" providerId="LiveId" clId="{7341C001-F0AF-4418-95D9-934B15DF2660}" dt="2026-08-09T04:03:19.820" v="306" actId="26606"/>
        <pc:sldMkLst>
          <pc:docMk/>
          <pc:sldMk cId="0" sldId="277"/>
        </pc:sldMkLst>
        <pc:spChg chg="mod">
          <ac:chgData name="Ivan Lucas" userId="f488f667df7b9828" providerId="LiveId" clId="{7341C001-F0AF-4418-95D9-934B15DF2660}" dt="2026-08-09T02:14:36.192" v="120" actId="26606"/>
          <ac:spMkLst>
            <pc:docMk/>
            <pc:sldMk cId="0" sldId="277"/>
            <ac:spMk id="3" creationId="{00000000-0000-0000-0000-000000000000}"/>
          </ac:spMkLst>
        </pc:spChg>
        <pc:spChg chg="del">
          <ac:chgData name="Ivan Lucas" userId="f488f667df7b9828" providerId="LiveId" clId="{7341C001-F0AF-4418-95D9-934B15DF2660}" dt="2026-08-09T02:10:59.842" v="115" actId="478"/>
          <ac:spMkLst>
            <pc:docMk/>
            <pc:sldMk cId="0" sldId="277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09T02:11:01.793" v="116" actId="478"/>
          <ac:spMkLst>
            <pc:docMk/>
            <pc:sldMk cId="0" sldId="277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77"/>
            <ac:spMk id="11" creationId="{00000000-0000-0000-0000-000000000000}"/>
          </ac:spMkLst>
        </pc:spChg>
        <pc:spChg chg="del">
          <ac:chgData name="Ivan Lucas" userId="f488f667df7b9828" providerId="LiveId" clId="{7341C001-F0AF-4418-95D9-934B15DF2660}" dt="2026-08-09T02:11:05.726" v="117" actId="478"/>
          <ac:spMkLst>
            <pc:docMk/>
            <pc:sldMk cId="0" sldId="277"/>
            <ac:spMk id="12" creationId="{00000000-0000-0000-0000-000000000000}"/>
          </ac:spMkLst>
        </pc:spChg>
      </pc:sldChg>
      <pc:sldChg chg="addSp delSp modSp mod modNotes">
        <pc:chgData name="Ivan Lucas" userId="f488f667df7b9828" providerId="LiveId" clId="{7341C001-F0AF-4418-95D9-934B15DF2660}" dt="2026-08-16T14:10:09.656" v="438" actId="14100"/>
        <pc:sldMkLst>
          <pc:docMk/>
          <pc:sldMk cId="0" sldId="278"/>
        </pc:sldMkLst>
        <pc:spChg chg="mod">
          <ac:chgData name="Ivan Lucas" userId="f488f667df7b9828" providerId="LiveId" clId="{7341C001-F0AF-4418-95D9-934B15DF2660}" dt="2026-08-08T22:04:04.953" v="66" actId="26606"/>
          <ac:spMkLst>
            <pc:docMk/>
            <pc:sldMk cId="0" sldId="278"/>
            <ac:spMk id="2" creationId="{00000000-0000-0000-0000-000000000000}"/>
          </ac:spMkLst>
        </pc:spChg>
        <pc:spChg chg="mod">
          <ac:chgData name="Ivan Lucas" userId="f488f667df7b9828" providerId="LiveId" clId="{7341C001-F0AF-4418-95D9-934B15DF2660}" dt="2026-08-09T02:14:36.192" v="120" actId="26606"/>
          <ac:spMkLst>
            <pc:docMk/>
            <pc:sldMk cId="0" sldId="278"/>
            <ac:spMk id="3" creationId="{00000000-0000-0000-0000-000000000000}"/>
          </ac:spMkLst>
        </pc:spChg>
        <pc:spChg chg="del mod">
          <ac:chgData name="Ivan Lucas" userId="f488f667df7b9828" providerId="LiveId" clId="{7341C001-F0AF-4418-95D9-934B15DF2660}" dt="2026-08-16T14:10:09.656" v="438" actId="14100"/>
          <ac:spMkLst>
            <pc:docMk/>
            <pc:sldMk cId="0" sldId="278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16T13:52:31.152" v="373" actId="478"/>
          <ac:spMkLst>
            <pc:docMk/>
            <pc:sldMk cId="0" sldId="278"/>
            <ac:spMk id="8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78"/>
            <ac:spMk id="11" creationId="{00000000-0000-0000-0000-000000000000}"/>
          </ac:spMkLst>
        </pc:spChg>
        <pc:picChg chg="mod">
          <ac:chgData name="Ivan Lucas" userId="f488f667df7b9828" providerId="LiveId" clId="{7341C001-F0AF-4418-95D9-934B15DF2660}" dt="2026-08-16T13:53:07.911" v="381" actId="1076"/>
          <ac:picMkLst>
            <pc:docMk/>
            <pc:sldMk cId="0" sldId="278"/>
            <ac:picMk id="9" creationId="{00000000-0000-0000-0000-000000000000}"/>
          </ac:picMkLst>
        </pc:picChg>
      </pc:sldChg>
      <pc:sldChg chg="delSp modSp mod">
        <pc:chgData name="Ivan Lucas" userId="f488f667df7b9828" providerId="LiveId" clId="{7341C001-F0AF-4418-95D9-934B15DF2660}" dt="2026-08-09T04:03:19.820" v="306" actId="26606"/>
        <pc:sldMkLst>
          <pc:docMk/>
          <pc:sldMk cId="0" sldId="279"/>
        </pc:sldMkLst>
        <pc:spChg chg="mod">
          <ac:chgData name="Ivan Lucas" userId="f488f667df7b9828" providerId="LiveId" clId="{7341C001-F0AF-4418-95D9-934B15DF2660}" dt="2026-08-08T22:12:29.884" v="71" actId="26606"/>
          <ac:spMkLst>
            <pc:docMk/>
            <pc:sldMk cId="0" sldId="279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8T22:12:29.884" v="71" actId="26606"/>
          <ac:spMkLst>
            <pc:docMk/>
            <pc:sldMk cId="0" sldId="279"/>
            <ac:spMk id="5" creationId="{00000000-0000-0000-0000-000000000000}"/>
          </ac:spMkLst>
        </pc:spChg>
        <pc:spChg chg="mod">
          <ac:chgData name="Ivan Lucas" userId="f488f667df7b9828" providerId="LiveId" clId="{7341C001-F0AF-4418-95D9-934B15DF2660}" dt="2026-08-08T22:12:29.884" v="71" actId="26606"/>
          <ac:spMkLst>
            <pc:docMk/>
            <pc:sldMk cId="0" sldId="279"/>
            <ac:spMk id="6" creationId="{00000000-0000-0000-0000-000000000000}"/>
          </ac:spMkLst>
        </pc:spChg>
        <pc:spChg chg="mod">
          <ac:chgData name="Ivan Lucas" userId="f488f667df7b9828" providerId="LiveId" clId="{7341C001-F0AF-4418-95D9-934B15DF2660}" dt="2026-08-08T22:12:29.884" v="71" actId="26606"/>
          <ac:spMkLst>
            <pc:docMk/>
            <pc:sldMk cId="0" sldId="279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8T22:12:29.884" v="71" actId="26606"/>
          <ac:spMkLst>
            <pc:docMk/>
            <pc:sldMk cId="0" sldId="279"/>
            <ac:spMk id="10" creationId="{00000000-0000-0000-0000-000000000000}"/>
          </ac:spMkLst>
        </pc:spChg>
        <pc:spChg chg="mod">
          <ac:chgData name="Ivan Lucas" userId="f488f667df7b9828" providerId="LiveId" clId="{7341C001-F0AF-4418-95D9-934B15DF2660}" dt="2026-08-08T22:12:29.884" v="71" actId="26606"/>
          <ac:spMkLst>
            <pc:docMk/>
            <pc:sldMk cId="0" sldId="279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08T22:12:29.884" v="71" actId="26606"/>
          <ac:spMkLst>
            <pc:docMk/>
            <pc:sldMk cId="0" sldId="279"/>
            <ac:spMk id="12" creationId="{00000000-0000-0000-0000-000000000000}"/>
          </ac:spMkLst>
        </pc:spChg>
        <pc:spChg chg="mod">
          <ac:chgData name="Ivan Lucas" userId="f488f667df7b9828" providerId="LiveId" clId="{7341C001-F0AF-4418-95D9-934B15DF2660}" dt="2026-08-08T22:12:29.884" v="71" actId="26606"/>
          <ac:spMkLst>
            <pc:docMk/>
            <pc:sldMk cId="0" sldId="279"/>
            <ac:spMk id="13" creationId="{00000000-0000-0000-0000-000000000000}"/>
          </ac:spMkLst>
        </pc:spChg>
      </pc:sldChg>
      <pc:sldChg chg="addSp delSp modSp mod">
        <pc:chgData name="Ivan Lucas" userId="f488f667df7b9828" providerId="LiveId" clId="{7341C001-F0AF-4418-95D9-934B15DF2660}" dt="2026-08-16T14:10:02.992" v="437" actId="14100"/>
        <pc:sldMkLst>
          <pc:docMk/>
          <pc:sldMk cId="0" sldId="280"/>
        </pc:sldMkLst>
        <pc:spChg chg="mod">
          <ac:chgData name="Ivan Lucas" userId="f488f667df7b9828" providerId="LiveId" clId="{7341C001-F0AF-4418-95D9-934B15DF2660}" dt="2026-08-09T02:28:39.081" v="163" actId="26606"/>
          <ac:spMkLst>
            <pc:docMk/>
            <pc:sldMk cId="0" sldId="280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16T14:10:02.992" v="437" actId="14100"/>
          <ac:spMkLst>
            <pc:docMk/>
            <pc:sldMk cId="0" sldId="280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16T14:06:12.243" v="382" actId="478"/>
          <ac:spMkLst>
            <pc:docMk/>
            <pc:sldMk cId="0" sldId="280"/>
            <ac:spMk id="8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80"/>
            <ac:spMk id="11" creationId="{00000000-0000-0000-0000-000000000000}"/>
          </ac:spMkLst>
        </pc:spChg>
        <pc:picChg chg="mod">
          <ac:chgData name="Ivan Lucas" userId="f488f667df7b9828" providerId="LiveId" clId="{7341C001-F0AF-4418-95D9-934B15DF2660}" dt="2026-08-16T14:06:38.775" v="390" actId="14100"/>
          <ac:picMkLst>
            <pc:docMk/>
            <pc:sldMk cId="0" sldId="280"/>
            <ac:picMk id="12" creationId="{00000000-0000-0000-0000-000000000000}"/>
          </ac:picMkLst>
        </pc:picChg>
      </pc:sldChg>
      <pc:sldChg chg="addSp delSp modSp mod">
        <pc:chgData name="Ivan Lucas" userId="f488f667df7b9828" providerId="LiveId" clId="{7341C001-F0AF-4418-95D9-934B15DF2660}" dt="2026-08-16T14:09:58.723" v="436" actId="14100"/>
        <pc:sldMkLst>
          <pc:docMk/>
          <pc:sldMk cId="0" sldId="281"/>
        </pc:sldMkLst>
        <pc:spChg chg="mod">
          <ac:chgData name="Ivan Lucas" userId="f488f667df7b9828" providerId="LiveId" clId="{7341C001-F0AF-4418-95D9-934B15DF2660}" dt="2026-08-09T02:25:10.646" v="153" actId="26606"/>
          <ac:spMkLst>
            <pc:docMk/>
            <pc:sldMk cId="0" sldId="281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16T14:09:58.723" v="436" actId="14100"/>
          <ac:spMkLst>
            <pc:docMk/>
            <pc:sldMk cId="0" sldId="281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16T14:06:52.745" v="391" actId="478"/>
          <ac:spMkLst>
            <pc:docMk/>
            <pc:sldMk cId="0" sldId="281"/>
            <ac:spMk id="8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81"/>
            <ac:spMk id="11" creationId="{00000000-0000-0000-0000-000000000000}"/>
          </ac:spMkLst>
        </pc:spChg>
        <pc:picChg chg="mod">
          <ac:chgData name="Ivan Lucas" userId="f488f667df7b9828" providerId="LiveId" clId="{7341C001-F0AF-4418-95D9-934B15DF2660}" dt="2026-08-16T14:07:10.029" v="405" actId="1076"/>
          <ac:picMkLst>
            <pc:docMk/>
            <pc:sldMk cId="0" sldId="281"/>
            <ac:picMk id="12" creationId="{00000000-0000-0000-0000-000000000000}"/>
          </ac:picMkLst>
        </pc:picChg>
      </pc:sldChg>
      <pc:sldChg chg="addSp delSp modSp mod">
        <pc:chgData name="Ivan Lucas" userId="f488f667df7b9828" providerId="LiveId" clId="{7341C001-F0AF-4418-95D9-934B15DF2660}" dt="2026-08-09T04:26:10.233" v="321" actId="26606"/>
        <pc:sldMkLst>
          <pc:docMk/>
          <pc:sldMk cId="0" sldId="282"/>
        </pc:sldMkLst>
        <pc:spChg chg="mod">
          <ac:chgData name="Ivan Lucas" userId="f488f667df7b9828" providerId="LiveId" clId="{7341C001-F0AF-4418-95D9-934B15DF2660}" dt="2026-08-09T02:31:26.747" v="164" actId="26606"/>
          <ac:spMkLst>
            <pc:docMk/>
            <pc:sldMk cId="0" sldId="282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9T02:31:26.747" v="164" actId="26606"/>
          <ac:spMkLst>
            <pc:docMk/>
            <pc:sldMk cId="0" sldId="282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6:10.233" v="321" actId="26606"/>
          <ac:spMkLst>
            <pc:docMk/>
            <pc:sldMk cId="0" sldId="282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2:31:26.747" v="164" actId="26606"/>
          <ac:spMkLst>
            <pc:docMk/>
            <pc:sldMk cId="0" sldId="282"/>
            <ac:spMk id="10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82"/>
            <ac:spMk id="11" creationId="{00000000-0000-0000-0000-000000000000}"/>
          </ac:spMkLst>
        </pc:spChg>
        <pc:spChg chg="del mod">
          <ac:chgData name="Ivan Lucas" userId="f488f667df7b9828" providerId="LiveId" clId="{7341C001-F0AF-4418-95D9-934B15DF2660}" dt="2026-08-09T02:31:26.747" v="164" actId="26606"/>
          <ac:spMkLst>
            <pc:docMk/>
            <pc:sldMk cId="0" sldId="282"/>
            <ac:spMk id="12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09T04:26:10.233" v="321" actId="26606"/>
        <pc:sldMkLst>
          <pc:docMk/>
          <pc:sldMk cId="0" sldId="283"/>
        </pc:sldMkLst>
        <pc:spChg chg="mod">
          <ac:chgData name="Ivan Lucas" userId="f488f667df7b9828" providerId="LiveId" clId="{7341C001-F0AF-4418-95D9-934B15DF2660}" dt="2026-08-09T02:46:56.708" v="175" actId="26606"/>
          <ac:spMkLst>
            <pc:docMk/>
            <pc:sldMk cId="0" sldId="283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9T02:46:56.708" v="175" actId="26606"/>
          <ac:spMkLst>
            <pc:docMk/>
            <pc:sldMk cId="0" sldId="283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6:10.233" v="321" actId="26606"/>
          <ac:spMkLst>
            <pc:docMk/>
            <pc:sldMk cId="0" sldId="283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2:46:56.708" v="175" actId="26606"/>
          <ac:spMkLst>
            <pc:docMk/>
            <pc:sldMk cId="0" sldId="283"/>
            <ac:spMk id="10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83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09T02:46:56.708" v="175" actId="26606"/>
          <ac:spMkLst>
            <pc:docMk/>
            <pc:sldMk cId="0" sldId="283"/>
            <ac:spMk id="12" creationId="{00000000-0000-0000-0000-000000000000}"/>
          </ac:spMkLst>
        </pc:spChg>
      </pc:sldChg>
      <pc:sldChg chg="delSp modSp mod">
        <pc:chgData name="Ivan Lucas" userId="f488f667df7b9828" providerId="LiveId" clId="{7341C001-F0AF-4418-95D9-934B15DF2660}" dt="2026-08-09T04:03:19.820" v="306" actId="26606"/>
        <pc:sldMkLst>
          <pc:docMk/>
          <pc:sldMk cId="0" sldId="284"/>
        </pc:sldMkLst>
        <pc:spChg chg="mod">
          <ac:chgData name="Ivan Lucas" userId="f488f667df7b9828" providerId="LiveId" clId="{7341C001-F0AF-4418-95D9-934B15DF2660}" dt="2026-08-09T03:13:01.311" v="199" actId="20577"/>
          <ac:spMkLst>
            <pc:docMk/>
            <pc:sldMk cId="0" sldId="284"/>
            <ac:spMk id="3" creationId="{00000000-0000-0000-0000-000000000000}"/>
          </ac:spMkLst>
        </pc:spChg>
        <pc:spChg chg="del">
          <ac:chgData name="Ivan Lucas" userId="f488f667df7b9828" providerId="LiveId" clId="{7341C001-F0AF-4418-95D9-934B15DF2660}" dt="2026-08-09T03:13:12.721" v="201" actId="478"/>
          <ac:spMkLst>
            <pc:docMk/>
            <pc:sldMk cId="0" sldId="284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09T03:13:14.699" v="202" actId="478"/>
          <ac:spMkLst>
            <pc:docMk/>
            <pc:sldMk cId="0" sldId="284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84"/>
            <ac:spMk id="11" creationId="{00000000-0000-0000-0000-000000000000}"/>
          </ac:spMkLst>
        </pc:spChg>
        <pc:spChg chg="del">
          <ac:chgData name="Ivan Lucas" userId="f488f667df7b9828" providerId="LiveId" clId="{7341C001-F0AF-4418-95D9-934B15DF2660}" dt="2026-08-09T03:13:16.511" v="203" actId="478"/>
          <ac:spMkLst>
            <pc:docMk/>
            <pc:sldMk cId="0" sldId="284"/>
            <ac:spMk id="12" creationId="{00000000-0000-0000-0000-000000000000}"/>
          </ac:spMkLst>
        </pc:spChg>
      </pc:sldChg>
      <pc:sldChg chg="delSp modSp mod">
        <pc:chgData name="Ivan Lucas" userId="f488f667df7b9828" providerId="LiveId" clId="{7341C001-F0AF-4418-95D9-934B15DF2660}" dt="2026-08-09T04:03:19.820" v="306" actId="26606"/>
        <pc:sldMkLst>
          <pc:docMk/>
          <pc:sldMk cId="0" sldId="285"/>
        </pc:sldMkLst>
        <pc:spChg chg="mod">
          <ac:chgData name="Ivan Lucas" userId="f488f667df7b9828" providerId="LiveId" clId="{7341C001-F0AF-4418-95D9-934B15DF2660}" dt="2026-08-09T03:21:51.182" v="211" actId="26606"/>
          <ac:spMkLst>
            <pc:docMk/>
            <pc:sldMk cId="0" sldId="285"/>
            <ac:spMk id="3" creationId="{00000000-0000-0000-0000-000000000000}"/>
          </ac:spMkLst>
        </pc:spChg>
        <pc:spChg chg="del">
          <ac:chgData name="Ivan Lucas" userId="f488f667df7b9828" providerId="LiveId" clId="{7341C001-F0AF-4418-95D9-934B15DF2660}" dt="2026-08-09T03:21:51.182" v="211" actId="26606"/>
          <ac:spMkLst>
            <pc:docMk/>
            <pc:sldMk cId="0" sldId="285"/>
            <ac:spMk id="4" creationId="{00000000-0000-0000-0000-000000000000}"/>
          </ac:spMkLst>
        </pc:spChg>
        <pc:spChg chg="del">
          <ac:chgData name="Ivan Lucas" userId="f488f667df7b9828" providerId="LiveId" clId="{7341C001-F0AF-4418-95D9-934B15DF2660}" dt="2026-08-09T03:21:51.182" v="211" actId="26606"/>
          <ac:spMkLst>
            <pc:docMk/>
            <pc:sldMk cId="0" sldId="285"/>
            <ac:spMk id="5" creationId="{00000000-0000-0000-0000-000000000000}"/>
          </ac:spMkLst>
        </pc:spChg>
        <pc:spChg chg="del">
          <ac:chgData name="Ivan Lucas" userId="f488f667df7b9828" providerId="LiveId" clId="{7341C001-F0AF-4418-95D9-934B15DF2660}" dt="2026-08-09T03:21:51.182" v="211" actId="26606"/>
          <ac:spMkLst>
            <pc:docMk/>
            <pc:sldMk cId="0" sldId="285"/>
            <ac:spMk id="6" creationId="{00000000-0000-0000-0000-000000000000}"/>
          </ac:spMkLst>
        </pc:spChg>
        <pc:spChg chg="del">
          <ac:chgData name="Ivan Lucas" userId="f488f667df7b9828" providerId="LiveId" clId="{7341C001-F0AF-4418-95D9-934B15DF2660}" dt="2026-08-09T03:21:51.182" v="211" actId="26606"/>
          <ac:spMkLst>
            <pc:docMk/>
            <pc:sldMk cId="0" sldId="285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3:21:51.182" v="211" actId="26606"/>
          <ac:spMkLst>
            <pc:docMk/>
            <pc:sldMk cId="0" sldId="285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85"/>
            <ac:spMk id="12" creationId="{00000000-0000-0000-0000-000000000000}"/>
          </ac:spMkLst>
        </pc:spChg>
      </pc:sldChg>
      <pc:sldChg chg="delSp modSp mod">
        <pc:chgData name="Ivan Lucas" userId="f488f667df7b9828" providerId="LiveId" clId="{7341C001-F0AF-4418-95D9-934B15DF2660}" dt="2026-08-09T04:03:19.820" v="306" actId="26606"/>
        <pc:sldMkLst>
          <pc:docMk/>
          <pc:sldMk cId="0" sldId="286"/>
        </pc:sldMkLst>
        <pc:spChg chg="mod">
          <ac:chgData name="Ivan Lucas" userId="f488f667df7b9828" providerId="LiveId" clId="{7341C001-F0AF-4418-95D9-934B15DF2660}" dt="2026-08-09T03:24:55.948" v="215" actId="26606"/>
          <ac:spMkLst>
            <pc:docMk/>
            <pc:sldMk cId="0" sldId="286"/>
            <ac:spMk id="3" creationId="{00000000-0000-0000-0000-000000000000}"/>
          </ac:spMkLst>
        </pc:spChg>
        <pc:spChg chg="del">
          <ac:chgData name="Ivan Lucas" userId="f488f667df7b9828" providerId="LiveId" clId="{7341C001-F0AF-4418-95D9-934B15DF2660}" dt="2026-08-09T03:23:29.067" v="213" actId="478"/>
          <ac:spMkLst>
            <pc:docMk/>
            <pc:sldMk cId="0" sldId="286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09T03:23:32.972" v="214" actId="478"/>
          <ac:spMkLst>
            <pc:docMk/>
            <pc:sldMk cId="0" sldId="286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86"/>
            <ac:spMk id="11" creationId="{00000000-0000-0000-0000-000000000000}"/>
          </ac:spMkLst>
        </pc:spChg>
        <pc:spChg chg="del mod">
          <ac:chgData name="Ivan Lucas" userId="f488f667df7b9828" providerId="LiveId" clId="{7341C001-F0AF-4418-95D9-934B15DF2660}" dt="2026-08-09T03:25:13.375" v="216" actId="478"/>
          <ac:spMkLst>
            <pc:docMk/>
            <pc:sldMk cId="0" sldId="286"/>
            <ac:spMk id="12" creationId="{00000000-0000-0000-0000-000000000000}"/>
          </ac:spMkLst>
        </pc:spChg>
      </pc:sldChg>
      <pc:sldChg chg="delSp modSp del mod">
        <pc:chgData name="Ivan Lucas" userId="f488f667df7b9828" providerId="LiveId" clId="{7341C001-F0AF-4418-95D9-934B15DF2660}" dt="2026-08-16T14:28:40.231" v="473" actId="47"/>
        <pc:sldMkLst>
          <pc:docMk/>
          <pc:sldMk cId="0" sldId="287"/>
        </pc:sldMkLst>
      </pc:sldChg>
      <pc:sldChg chg="addSp delSp modSp del mod">
        <pc:chgData name="Ivan Lucas" userId="f488f667df7b9828" providerId="LiveId" clId="{7341C001-F0AF-4418-95D9-934B15DF2660}" dt="2026-08-16T17:07:30.803" v="653" actId="20577"/>
        <pc:sldMkLst>
          <pc:docMk/>
          <pc:sldMk cId="0" sldId="288"/>
        </pc:sldMkLst>
        <pc:spChg chg="mod">
          <ac:chgData name="Ivan Lucas" userId="f488f667df7b9828" providerId="LiveId" clId="{7341C001-F0AF-4418-95D9-934B15DF2660}" dt="2026-08-09T03:43:09.986" v="290" actId="26606"/>
          <ac:spMkLst>
            <pc:docMk/>
            <pc:sldMk cId="0" sldId="288"/>
            <ac:spMk id="3" creationId="{00000000-0000-0000-0000-000000000000}"/>
          </ac:spMkLst>
        </pc:spChg>
        <pc:spChg chg="del mod">
          <ac:chgData name="Ivan Lucas" userId="f488f667df7b9828" providerId="LiveId" clId="{7341C001-F0AF-4418-95D9-934B15DF2660}" dt="2026-08-16T17:06:36.169" v="646" actId="1076"/>
          <ac:spMkLst>
            <pc:docMk/>
            <pc:sldMk cId="0" sldId="288"/>
            <ac:spMk id="5" creationId="{00000000-0000-0000-0000-000000000000}"/>
          </ac:spMkLst>
        </pc:spChg>
        <pc:spChg chg="del mod">
          <ac:chgData name="Ivan Lucas" userId="f488f667df7b9828" providerId="LiveId" clId="{7341C001-F0AF-4418-95D9-934B15DF2660}" dt="2026-08-09T03:43:09.986" v="290" actId="26606"/>
          <ac:spMkLst>
            <pc:docMk/>
            <pc:sldMk cId="0" sldId="288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09T03:43:09.986" v="290" actId="26606"/>
          <ac:spMkLst>
            <pc:docMk/>
            <pc:sldMk cId="0" sldId="288"/>
            <ac:spMk id="10" creationId="{00000000-0000-0000-0000-000000000000}"/>
          </ac:spMkLst>
        </pc:spChg>
        <pc:spChg chg="del">
          <ac:chgData name="Ivan Lucas" userId="f488f667df7b9828" providerId="LiveId" clId="{7341C001-F0AF-4418-95D9-934B15DF2660}" dt="2026-08-09T03:43:09.986" v="290" actId="26606"/>
          <ac:spMkLst>
            <pc:docMk/>
            <pc:sldMk cId="0" sldId="288"/>
            <ac:spMk id="14" creationId="{00000000-0000-0000-0000-000000000000}"/>
          </ac:spMkLst>
        </pc:spChg>
        <pc:spChg chg="add del">
          <ac:chgData name="Ivan Lucas" userId="f488f667df7b9828" providerId="LiveId" clId="{7341C001-F0AF-4418-95D9-934B15DF2660}" dt="2026-08-16T17:07:02.285" v="649" actId="478"/>
          <ac:spMkLst>
            <pc:docMk/>
            <pc:sldMk cId="0" sldId="288"/>
            <ac:spMk id="16" creationId="{83477590-6680-F4D6-B2AD-E65485ECA553}"/>
          </ac:spMkLst>
        </pc:spChg>
        <pc:spChg chg="add del">
          <ac:chgData name="Ivan Lucas" userId="f488f667df7b9828" providerId="LiveId" clId="{7341C001-F0AF-4418-95D9-934B15DF2660}" dt="2026-08-16T17:07:00.301" v="648" actId="478"/>
          <ac:spMkLst>
            <pc:docMk/>
            <pc:sldMk cId="0" sldId="288"/>
            <ac:spMk id="18" creationId="{A1E402C1-42EC-8E4D-027F-C2B34E97CC70}"/>
          </ac:spMkLst>
        </pc:spChg>
        <pc:spChg chg="add">
          <ac:chgData name="Ivan Lucas" userId="f488f667df7b9828" providerId="LiveId" clId="{7341C001-F0AF-4418-95D9-934B15DF2660}" dt="2026-08-16T17:07:25.116" v="650" actId="22"/>
          <ac:spMkLst>
            <pc:docMk/>
            <pc:sldMk cId="0" sldId="288"/>
            <ac:spMk id="20" creationId="{8B85AA72-A4EB-FD6A-A9F6-318D4553BB4C}"/>
          </ac:spMkLst>
        </pc:spChg>
        <pc:spChg chg="add mod">
          <ac:chgData name="Ivan Lucas" userId="f488f667df7b9828" providerId="LiveId" clId="{7341C001-F0AF-4418-95D9-934B15DF2660}" dt="2026-08-16T17:07:30.803" v="653" actId="20577"/>
          <ac:spMkLst>
            <pc:docMk/>
            <pc:sldMk cId="0" sldId="288"/>
            <ac:spMk id="22" creationId="{5A781059-1FC1-D99C-DA8E-89170B9999C4}"/>
          </ac:spMkLst>
        </pc:spChg>
      </pc:sldChg>
      <pc:sldChg chg="delSp modSp mod">
        <pc:chgData name="Ivan Lucas" userId="f488f667df7b9828" providerId="LiveId" clId="{7341C001-F0AF-4418-95D9-934B15DF2660}" dt="2026-08-16T17:06:30.532" v="644" actId="21"/>
        <pc:sldMkLst>
          <pc:docMk/>
          <pc:sldMk cId="0" sldId="289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89"/>
            <ac:spMk id="3" creationId="{00000000-0000-0000-0000-000000000000}"/>
          </ac:spMkLst>
        </pc:spChg>
        <pc:spChg chg="del">
          <ac:chgData name="Ivan Lucas" userId="f488f667df7b9828" providerId="LiveId" clId="{7341C001-F0AF-4418-95D9-934B15DF2660}" dt="2026-08-09T03:39:33.885" v="288" actId="478"/>
          <ac:spMkLst>
            <pc:docMk/>
            <pc:sldMk cId="0" sldId="289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09T03:39:37.351" v="289" actId="478"/>
          <ac:spMkLst>
            <pc:docMk/>
            <pc:sldMk cId="0" sldId="289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89"/>
            <ac:spMk id="10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89"/>
            <ac:spMk id="11" creationId="{00000000-0000-0000-0000-000000000000}"/>
          </ac:spMkLst>
        </pc:spChg>
        <pc:spChg chg="del mod">
          <ac:chgData name="Ivan Lucas" userId="f488f667df7b9828" providerId="LiveId" clId="{7341C001-F0AF-4418-95D9-934B15DF2660}" dt="2026-08-09T04:04:05.438" v="307" actId="478"/>
          <ac:spMkLst>
            <pc:docMk/>
            <pc:sldMk cId="0" sldId="289"/>
            <ac:spMk id="12" creationId="{00000000-0000-0000-0000-000000000000}"/>
          </ac:spMkLst>
        </pc:spChg>
        <pc:spChg chg="del">
          <ac:chgData name="Ivan Lucas" userId="f488f667df7b9828" providerId="LiveId" clId="{7341C001-F0AF-4418-95D9-934B15DF2660}" dt="2026-08-16T17:06:30.532" v="644" actId="21"/>
          <ac:spMkLst>
            <pc:docMk/>
            <pc:sldMk cId="0" sldId="289"/>
            <ac:spMk id="24" creationId="{00000000-0000-0000-0000-000000000000}"/>
          </ac:spMkLst>
        </pc:spChg>
        <pc:spChg chg="del mod">
          <ac:chgData name="Ivan Lucas" userId="f488f667df7b9828" providerId="LiveId" clId="{7341C001-F0AF-4418-95D9-934B15DF2660}" dt="2026-08-16T17:06:30.532" v="644" actId="21"/>
          <ac:spMkLst>
            <pc:docMk/>
            <pc:sldMk cId="0" sldId="289"/>
            <ac:spMk id="25" creationId="{00000000-0000-0000-0000-000000000000}"/>
          </ac:spMkLst>
        </pc:spChg>
      </pc:sldChg>
      <pc:sldChg chg="modSp mod">
        <pc:chgData name="Ivan Lucas" userId="f488f667df7b9828" providerId="LiveId" clId="{7341C001-F0AF-4418-95D9-934B15DF2660}" dt="2026-08-09T04:26:10.233" v="321" actId="26606"/>
        <pc:sldMkLst>
          <pc:docMk/>
          <pc:sldMk cId="0" sldId="290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0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0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6:10.233" v="321" actId="26606"/>
          <ac:spMkLst>
            <pc:docMk/>
            <pc:sldMk cId="0" sldId="290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0"/>
            <ac:spMk id="10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0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09T04:17:32.087" v="312" actId="14100"/>
          <ac:spMkLst>
            <pc:docMk/>
            <pc:sldMk cId="0" sldId="290"/>
            <ac:spMk id="12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0"/>
            <ac:spMk id="14" creationId="{00000000-0000-0000-0000-000000000000}"/>
          </ac:spMkLst>
        </pc:spChg>
        <pc:spChg chg="mod">
          <ac:chgData name="Ivan Lucas" userId="f488f667df7b9828" providerId="LiveId" clId="{7341C001-F0AF-4418-95D9-934B15DF2660}" dt="2026-08-09T04:18:12.458" v="317" actId="20577"/>
          <ac:spMkLst>
            <pc:docMk/>
            <pc:sldMk cId="0" sldId="290"/>
            <ac:spMk id="15" creationId="{00000000-0000-0000-0000-000000000000}"/>
          </ac:spMkLst>
        </pc:spChg>
        <pc:spChg chg="mod">
          <ac:chgData name="Ivan Lucas" userId="f488f667df7b9828" providerId="LiveId" clId="{7341C001-F0AF-4418-95D9-934B15DF2660}" dt="2026-08-09T04:12:15.445" v="310" actId="26606"/>
          <ac:spMkLst>
            <pc:docMk/>
            <pc:sldMk cId="0" sldId="290"/>
            <ac:spMk id="16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0"/>
            <ac:spMk id="17" creationId="{00000000-0000-0000-0000-000000000000}"/>
          </ac:spMkLst>
        </pc:spChg>
      </pc:sldChg>
      <pc:sldChg chg="delSp modSp mod">
        <pc:chgData name="Ivan Lucas" userId="f488f667df7b9828" providerId="LiveId" clId="{7341C001-F0AF-4418-95D9-934B15DF2660}" dt="2026-08-09T04:03:19.820" v="306" actId="26606"/>
        <pc:sldMkLst>
          <pc:docMk/>
          <pc:sldMk cId="0" sldId="291"/>
        </pc:sldMkLst>
        <pc:spChg chg="del">
          <ac:chgData name="Ivan Lucas" userId="f488f667df7b9828" providerId="LiveId" clId="{7341C001-F0AF-4418-95D9-934B15DF2660}" dt="2026-08-09T04:03:19.820" v="306" actId="26606"/>
          <ac:spMkLst>
            <pc:docMk/>
            <pc:sldMk cId="0" sldId="291"/>
            <ac:spMk id="3" creationId="{00000000-0000-0000-0000-000000000000}"/>
          </ac:spMkLst>
        </pc:spChg>
        <pc:spChg chg="del">
          <ac:chgData name="Ivan Lucas" userId="f488f667df7b9828" providerId="LiveId" clId="{7341C001-F0AF-4418-95D9-934B15DF2660}" dt="2026-08-09T04:03:19.820" v="306" actId="26606"/>
          <ac:spMkLst>
            <pc:docMk/>
            <pc:sldMk cId="0" sldId="291"/>
            <ac:spMk id="4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1"/>
            <ac:spMk id="5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1"/>
            <ac:spMk id="6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1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1"/>
            <ac:spMk id="8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1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1"/>
            <ac:spMk id="10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1"/>
            <ac:spMk id="11" creationId="{00000000-0000-0000-0000-000000000000}"/>
          </ac:spMkLst>
        </pc:spChg>
      </pc:sldChg>
      <pc:sldChg chg="delSp modSp mod">
        <pc:chgData name="Ivan Lucas" userId="f488f667df7b9828" providerId="LiveId" clId="{7341C001-F0AF-4418-95D9-934B15DF2660}" dt="2026-08-09T04:03:19.820" v="306" actId="26606"/>
        <pc:sldMkLst>
          <pc:docMk/>
          <pc:sldMk cId="0" sldId="292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2"/>
            <ac:spMk id="2" creationId="{00000000-0000-0000-0000-000000000000}"/>
          </ac:spMkLst>
        </pc:spChg>
        <pc:spChg chg="del">
          <ac:chgData name="Ivan Lucas" userId="f488f667df7b9828" providerId="LiveId" clId="{7341C001-F0AF-4418-95D9-934B15DF2660}" dt="2026-08-09T04:03:19.820" v="306" actId="26606"/>
          <ac:spMkLst>
            <pc:docMk/>
            <pc:sldMk cId="0" sldId="292"/>
            <ac:spMk id="4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2"/>
            <ac:spMk id="6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2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2"/>
            <ac:spMk id="8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2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2"/>
            <ac:spMk id="10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2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2"/>
            <ac:spMk id="12" creationId="{00000000-0000-0000-0000-000000000000}"/>
          </ac:spMkLst>
        </pc:spChg>
      </pc:sldChg>
      <pc:sldChg chg="delSp modSp mod modNotes">
        <pc:chgData name="Ivan Lucas" userId="f488f667df7b9828" providerId="LiveId" clId="{7341C001-F0AF-4418-95D9-934B15DF2660}" dt="2026-08-16T14:09:46.737" v="435" actId="14100"/>
        <pc:sldMkLst>
          <pc:docMk/>
          <pc:sldMk cId="0" sldId="293"/>
        </pc:sldMkLst>
        <pc:spChg chg="mod">
          <ac:chgData name="Ivan Lucas" userId="f488f667df7b9828" providerId="LiveId" clId="{7341C001-F0AF-4418-95D9-934B15DF2660}" dt="2026-08-09T04:17:36.500" v="315" actId="26606"/>
          <ac:spMkLst>
            <pc:docMk/>
            <pc:sldMk cId="0" sldId="293"/>
            <ac:spMk id="3" creationId="{00000000-0000-0000-0000-000000000000}"/>
          </ac:spMkLst>
        </pc:spChg>
        <pc:spChg chg="del">
          <ac:chgData name="Ivan Lucas" userId="f488f667df7b9828" providerId="LiveId" clId="{7341C001-F0AF-4418-95D9-934B15DF2660}" dt="2026-08-09T04:17:36.500" v="315" actId="26606"/>
          <ac:spMkLst>
            <pc:docMk/>
            <pc:sldMk cId="0" sldId="293"/>
            <ac:spMk id="4" creationId="{00000000-0000-0000-0000-000000000000}"/>
          </ac:spMkLst>
        </pc:spChg>
        <pc:spChg chg="del">
          <ac:chgData name="Ivan Lucas" userId="f488f667df7b9828" providerId="LiveId" clId="{7341C001-F0AF-4418-95D9-934B15DF2660}" dt="2026-08-09T03:56:44.108" v="295" actId="478"/>
          <ac:spMkLst>
            <pc:docMk/>
            <pc:sldMk cId="0" sldId="293"/>
            <ac:spMk id="5" creationId="{00000000-0000-0000-0000-000000000000}"/>
          </ac:spMkLst>
        </pc:spChg>
        <pc:spChg chg="del">
          <ac:chgData name="Ivan Lucas" userId="f488f667df7b9828" providerId="LiveId" clId="{7341C001-F0AF-4418-95D9-934B15DF2660}" dt="2026-08-09T03:56:45.861" v="296" actId="478"/>
          <ac:spMkLst>
            <pc:docMk/>
            <pc:sldMk cId="0" sldId="293"/>
            <ac:spMk id="6" creationId="{00000000-0000-0000-0000-000000000000}"/>
          </ac:spMkLst>
        </pc:spChg>
        <pc:spChg chg="del mod">
          <ac:chgData name="Ivan Lucas" userId="f488f667df7b9828" providerId="LiveId" clId="{7341C001-F0AF-4418-95D9-934B15DF2660}" dt="2026-08-16T14:09:46.737" v="435" actId="14100"/>
          <ac:spMkLst>
            <pc:docMk/>
            <pc:sldMk cId="0" sldId="293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16T14:07:49.293" v="407" actId="478"/>
          <ac:spMkLst>
            <pc:docMk/>
            <pc:sldMk cId="0" sldId="293"/>
            <ac:spMk id="8" creationId="{00000000-0000-0000-0000-000000000000}"/>
          </ac:spMkLst>
        </pc:spChg>
        <pc:spChg chg="del">
          <ac:chgData name="Ivan Lucas" userId="f488f667df7b9828" providerId="LiveId" clId="{7341C001-F0AF-4418-95D9-934B15DF2660}" dt="2026-08-09T03:56:54.095" v="300" actId="478"/>
          <ac:spMkLst>
            <pc:docMk/>
            <pc:sldMk cId="0" sldId="293"/>
            <ac:spMk id="10" creationId="{00000000-0000-0000-0000-000000000000}"/>
          </ac:spMkLst>
        </pc:spChg>
        <pc:spChg chg="del">
          <ac:chgData name="Ivan Lucas" userId="f488f667df7b9828" providerId="LiveId" clId="{7341C001-F0AF-4418-95D9-934B15DF2660}" dt="2026-08-09T03:56:55.743" v="301" actId="478"/>
          <ac:spMkLst>
            <pc:docMk/>
            <pc:sldMk cId="0" sldId="293"/>
            <ac:spMk id="11" creationId="{00000000-0000-0000-0000-000000000000}"/>
          </ac:spMkLst>
        </pc:spChg>
        <pc:picChg chg="mod">
          <ac:chgData name="Ivan Lucas" userId="f488f667df7b9828" providerId="LiveId" clId="{7341C001-F0AF-4418-95D9-934B15DF2660}" dt="2026-08-16T14:08:37.501" v="420" actId="14100"/>
          <ac:picMkLst>
            <pc:docMk/>
            <pc:sldMk cId="0" sldId="293"/>
            <ac:picMk id="12" creationId="{00000000-0000-0000-0000-000000000000}"/>
          </ac:picMkLst>
        </pc:picChg>
      </pc:sldChg>
      <pc:sldChg chg="modSp mod">
        <pc:chgData name="Ivan Lucas" userId="f488f667df7b9828" providerId="LiveId" clId="{7341C001-F0AF-4418-95D9-934B15DF2660}" dt="2026-08-09T04:03:19.820" v="306" actId="26606"/>
        <pc:sldMkLst>
          <pc:docMk/>
          <pc:sldMk cId="0" sldId="294"/>
        </pc:sldMkLst>
      </pc:sldChg>
      <pc:sldChg chg="delSp modSp mod">
        <pc:chgData name="Ivan Lucas" userId="f488f667df7b9828" providerId="LiveId" clId="{7341C001-F0AF-4418-95D9-934B15DF2660}" dt="2026-08-16T14:09:41.032" v="434" actId="14100"/>
        <pc:sldMkLst>
          <pc:docMk/>
          <pc:sldMk cId="0" sldId="295"/>
        </pc:sldMkLst>
        <pc:spChg chg="mod">
          <ac:chgData name="Ivan Lucas" userId="f488f667df7b9828" providerId="LiveId" clId="{7341C001-F0AF-4418-95D9-934B15DF2660}" dt="2026-08-16T14:09:41.032" v="434" actId="14100"/>
          <ac:spMkLst>
            <pc:docMk/>
            <pc:sldMk cId="0" sldId="295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16T14:08:43.487" v="421" actId="478"/>
          <ac:spMkLst>
            <pc:docMk/>
            <pc:sldMk cId="0" sldId="295"/>
            <ac:spMk id="8" creationId="{00000000-0000-0000-0000-000000000000}"/>
          </ac:spMkLst>
        </pc:spChg>
        <pc:spChg chg="del">
          <ac:chgData name="Ivan Lucas" userId="f488f667df7b9828" providerId="LiveId" clId="{7341C001-F0AF-4418-95D9-934B15DF2660}" dt="2026-08-09T04:16:32.582" v="311" actId="478"/>
          <ac:spMkLst>
            <pc:docMk/>
            <pc:sldMk cId="0" sldId="295"/>
            <ac:spMk id="11" creationId="{00000000-0000-0000-0000-000000000000}"/>
          </ac:spMkLst>
        </pc:spChg>
        <pc:picChg chg="mod">
          <ac:chgData name="Ivan Lucas" userId="f488f667df7b9828" providerId="LiveId" clId="{7341C001-F0AF-4418-95D9-934B15DF2660}" dt="2026-08-16T14:08:58.405" v="424" actId="14100"/>
          <ac:picMkLst>
            <pc:docMk/>
            <pc:sldMk cId="0" sldId="295"/>
            <ac:picMk id="12" creationId="{00000000-0000-0000-0000-000000000000}"/>
          </ac:picMkLst>
        </pc:picChg>
      </pc:sldChg>
      <pc:sldChg chg="modSp mod">
        <pc:chgData name="Ivan Lucas" userId="f488f667df7b9828" providerId="LiveId" clId="{7341C001-F0AF-4418-95D9-934B15DF2660}" dt="2026-08-09T04:03:19.820" v="306" actId="26606"/>
        <pc:sldMkLst>
          <pc:docMk/>
          <pc:sldMk cId="0" sldId="296"/>
        </pc:sldMkLst>
        <pc:spChg chg="mod">
          <ac:chgData name="Ivan Lucas" userId="f488f667df7b9828" providerId="LiveId" clId="{7341C001-F0AF-4418-95D9-934B15DF2660}" dt="2026-08-09T04:03:19.820" v="306" actId="26606"/>
          <ac:spMkLst>
            <pc:docMk/>
            <pc:sldMk cId="0" sldId="296"/>
            <ac:spMk id="8" creationId="{00000000-0000-0000-0000-000000000000}"/>
          </ac:spMkLst>
        </pc:spChg>
      </pc:sldChg>
      <pc:sldChg chg="delSp modSp mod">
        <pc:chgData name="Ivan Lucas" userId="f488f667df7b9828" providerId="LiveId" clId="{7341C001-F0AF-4418-95D9-934B15DF2660}" dt="2026-08-16T14:09:35.862" v="433" actId="1076"/>
        <pc:sldMkLst>
          <pc:docMk/>
          <pc:sldMk cId="0" sldId="297"/>
        </pc:sldMkLst>
        <pc:spChg chg="del">
          <ac:chgData name="Ivan Lucas" userId="f488f667df7b9828" providerId="LiveId" clId="{7341C001-F0AF-4418-95D9-934B15DF2660}" dt="2026-08-09T04:21:47.023" v="318" actId="26606"/>
          <ac:spMkLst>
            <pc:docMk/>
            <pc:sldMk cId="0" sldId="297"/>
            <ac:spMk id="3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1:47.072" v="319" actId="27636"/>
          <ac:spMkLst>
            <pc:docMk/>
            <pc:sldMk cId="0" sldId="297"/>
            <ac:spMk id="4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1:47.023" v="318" actId="26606"/>
          <ac:spMkLst>
            <pc:docMk/>
            <pc:sldMk cId="0" sldId="297"/>
            <ac:spMk id="5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1:47.023" v="318" actId="26606"/>
          <ac:spMkLst>
            <pc:docMk/>
            <pc:sldMk cId="0" sldId="297"/>
            <ac:spMk id="6" creationId="{00000000-0000-0000-0000-000000000000}"/>
          </ac:spMkLst>
        </pc:spChg>
        <pc:spChg chg="mod">
          <ac:chgData name="Ivan Lucas" userId="f488f667df7b9828" providerId="LiveId" clId="{7341C001-F0AF-4418-95D9-934B15DF2660}" dt="2026-08-16T14:09:27.669" v="431" actId="1076"/>
          <ac:spMkLst>
            <pc:docMk/>
            <pc:sldMk cId="0" sldId="297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16T14:09:05.515" v="425" actId="478"/>
          <ac:spMkLst>
            <pc:docMk/>
            <pc:sldMk cId="0" sldId="297"/>
            <ac:spMk id="8" creationId="{00000000-0000-0000-0000-000000000000}"/>
          </ac:spMkLst>
        </pc:spChg>
        <pc:spChg chg="del">
          <ac:chgData name="Ivan Lucas" userId="f488f667df7b9828" providerId="LiveId" clId="{7341C001-F0AF-4418-95D9-934B15DF2660}" dt="2026-08-09T04:21:47.023" v="318" actId="26606"/>
          <ac:spMkLst>
            <pc:docMk/>
            <pc:sldMk cId="0" sldId="297"/>
            <ac:spMk id="10" creationId="{00000000-0000-0000-0000-000000000000}"/>
          </ac:spMkLst>
        </pc:spChg>
        <pc:spChg chg="mod">
          <ac:chgData name="Ivan Lucas" userId="f488f667df7b9828" providerId="LiveId" clId="{7341C001-F0AF-4418-95D9-934B15DF2660}" dt="2026-08-09T04:21:47.023" v="318" actId="26606"/>
          <ac:spMkLst>
            <pc:docMk/>
            <pc:sldMk cId="0" sldId="297"/>
            <ac:spMk id="11" creationId="{00000000-0000-0000-0000-000000000000}"/>
          </ac:spMkLst>
        </pc:spChg>
        <pc:picChg chg="mod">
          <ac:chgData name="Ivan Lucas" userId="f488f667df7b9828" providerId="LiveId" clId="{7341C001-F0AF-4418-95D9-934B15DF2660}" dt="2026-08-16T14:09:35.862" v="433" actId="1076"/>
          <ac:picMkLst>
            <pc:docMk/>
            <pc:sldMk cId="0" sldId="297"/>
            <ac:picMk id="12" creationId="{00000000-0000-0000-0000-000000000000}"/>
          </ac:picMkLst>
        </pc:picChg>
      </pc:sldChg>
      <pc:sldChg chg="delSp modSp mod">
        <pc:chgData name="Ivan Lucas" userId="f488f667df7b9828" providerId="LiveId" clId="{7341C001-F0AF-4418-95D9-934B15DF2660}" dt="2026-08-16T14:11:28.541" v="447" actId="1076"/>
        <pc:sldMkLst>
          <pc:docMk/>
          <pc:sldMk cId="0" sldId="299"/>
        </pc:sldMkLst>
        <pc:spChg chg="mod">
          <ac:chgData name="Ivan Lucas" userId="f488f667df7b9828" providerId="LiveId" clId="{7341C001-F0AF-4418-95D9-934B15DF2660}" dt="2026-08-16T14:11:17.926" v="444" actId="1076"/>
          <ac:spMkLst>
            <pc:docMk/>
            <pc:sldMk cId="0" sldId="299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16T14:10:44.387" v="440" actId="478"/>
          <ac:spMkLst>
            <pc:docMk/>
            <pc:sldMk cId="0" sldId="299"/>
            <ac:spMk id="8" creationId="{00000000-0000-0000-0000-000000000000}"/>
          </ac:spMkLst>
        </pc:spChg>
        <pc:picChg chg="mod">
          <ac:chgData name="Ivan Lucas" userId="f488f667df7b9828" providerId="LiveId" clId="{7341C001-F0AF-4418-95D9-934B15DF2660}" dt="2026-08-16T14:11:28.541" v="447" actId="1076"/>
          <ac:picMkLst>
            <pc:docMk/>
            <pc:sldMk cId="0" sldId="299"/>
            <ac:picMk id="12" creationId="{00000000-0000-0000-0000-000000000000}"/>
          </ac:picMkLst>
        </pc:picChg>
      </pc:sldChg>
      <pc:sldChg chg="delSp modSp mod">
        <pc:chgData name="Ivan Lucas" userId="f488f667df7b9828" providerId="LiveId" clId="{7341C001-F0AF-4418-95D9-934B15DF2660}" dt="2026-08-16T14:12:12.078" v="455" actId="1076"/>
        <pc:sldMkLst>
          <pc:docMk/>
          <pc:sldMk cId="0" sldId="300"/>
        </pc:sldMkLst>
        <pc:spChg chg="mod">
          <ac:chgData name="Ivan Lucas" userId="f488f667df7b9828" providerId="LiveId" clId="{7341C001-F0AF-4418-95D9-934B15DF2660}" dt="2026-08-16T14:12:06.021" v="452" actId="1076"/>
          <ac:spMkLst>
            <pc:docMk/>
            <pc:sldMk cId="0" sldId="300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16T14:11:54.016" v="449" actId="478"/>
          <ac:spMkLst>
            <pc:docMk/>
            <pc:sldMk cId="0" sldId="300"/>
            <ac:spMk id="8" creationId="{00000000-0000-0000-0000-000000000000}"/>
          </ac:spMkLst>
        </pc:spChg>
        <pc:picChg chg="mod">
          <ac:chgData name="Ivan Lucas" userId="f488f667df7b9828" providerId="LiveId" clId="{7341C001-F0AF-4418-95D9-934B15DF2660}" dt="2026-08-16T14:12:12.078" v="455" actId="1076"/>
          <ac:picMkLst>
            <pc:docMk/>
            <pc:sldMk cId="0" sldId="300"/>
            <ac:picMk id="12" creationId="{00000000-0000-0000-0000-000000000000}"/>
          </ac:picMkLst>
        </pc:picChg>
      </pc:sldChg>
      <pc:sldChg chg="addSp delSp modSp mod">
        <pc:chgData name="Ivan Lucas" userId="f488f667df7b9828" providerId="LiveId" clId="{7341C001-F0AF-4418-95D9-934B15DF2660}" dt="2026-08-16T14:19:43.725" v="472" actId="1076"/>
        <pc:sldMkLst>
          <pc:docMk/>
          <pc:sldMk cId="0" sldId="314"/>
        </pc:sldMkLst>
        <pc:spChg chg="mod">
          <ac:chgData name="Ivan Lucas" userId="f488f667df7b9828" providerId="LiveId" clId="{7341C001-F0AF-4418-95D9-934B15DF2660}" dt="2026-08-16T14:19:22.975" v="463" actId="1076"/>
          <ac:spMkLst>
            <pc:docMk/>
            <pc:sldMk cId="0" sldId="314"/>
            <ac:spMk id="7" creationId="{00000000-0000-0000-0000-000000000000}"/>
          </ac:spMkLst>
        </pc:spChg>
        <pc:spChg chg="del">
          <ac:chgData name="Ivan Lucas" userId="f488f667df7b9828" providerId="LiveId" clId="{7341C001-F0AF-4418-95D9-934B15DF2660}" dt="2026-08-16T14:19:12.721" v="461" actId="478"/>
          <ac:spMkLst>
            <pc:docMk/>
            <pc:sldMk cId="0" sldId="314"/>
            <ac:spMk id="8" creationId="{00000000-0000-0000-0000-000000000000}"/>
          </ac:spMkLst>
        </pc:spChg>
        <pc:picChg chg="del mod">
          <ac:chgData name="Ivan Lucas" userId="f488f667df7b9828" providerId="LiveId" clId="{7341C001-F0AF-4418-95D9-934B15DF2660}" dt="2026-08-16T14:19:10.934" v="460" actId="478"/>
          <ac:picMkLst>
            <pc:docMk/>
            <pc:sldMk cId="0" sldId="314"/>
            <ac:picMk id="12" creationId="{00000000-0000-0000-0000-000000000000}"/>
          </ac:picMkLst>
        </pc:picChg>
        <pc:picChg chg="add mod">
          <ac:chgData name="Ivan Lucas" userId="f488f667df7b9828" providerId="LiveId" clId="{7341C001-F0AF-4418-95D9-934B15DF2660}" dt="2026-08-16T14:19:43.725" v="472" actId="1076"/>
          <ac:picMkLst>
            <pc:docMk/>
            <pc:sldMk cId="0" sldId="314"/>
            <ac:picMk id="13" creationId="{00D397B2-49AA-BAAC-F931-4B7CCCFD1F2F}"/>
          </ac:picMkLst>
        </pc:picChg>
      </pc:sldChg>
      <pc:sldChg chg="modSp mod">
        <pc:chgData name="Ivan Lucas" userId="f488f667df7b9828" providerId="LiveId" clId="{7341C001-F0AF-4418-95D9-934B15DF2660}" dt="2026-08-16T17:08:00.815" v="655" actId="122"/>
        <pc:sldMkLst>
          <pc:docMk/>
          <pc:sldMk cId="0" sldId="316"/>
        </pc:sldMkLst>
        <pc:spChg chg="mod">
          <ac:chgData name="Ivan Lucas" userId="f488f667df7b9828" providerId="LiveId" clId="{7341C001-F0AF-4418-95D9-934B15DF2660}" dt="2026-08-16T16:39:47.373" v="583" actId="20577"/>
          <ac:spMkLst>
            <pc:docMk/>
            <pc:sldMk cId="0" sldId="316"/>
            <ac:spMk id="5" creationId="{00000000-0000-0000-0000-000000000000}"/>
          </ac:spMkLst>
        </pc:spChg>
        <pc:spChg chg="mod">
          <ac:chgData name="Ivan Lucas" userId="f488f667df7b9828" providerId="LiveId" clId="{7341C001-F0AF-4418-95D9-934B15DF2660}" dt="2026-08-16T16:40:36.658" v="637" actId="20577"/>
          <ac:spMkLst>
            <pc:docMk/>
            <pc:sldMk cId="0" sldId="316"/>
            <ac:spMk id="7" creationId="{00000000-0000-0000-0000-000000000000}"/>
          </ac:spMkLst>
        </pc:spChg>
        <pc:spChg chg="mod">
          <ac:chgData name="Ivan Lucas" userId="f488f667df7b9828" providerId="LiveId" clId="{7341C001-F0AF-4418-95D9-934B15DF2660}" dt="2026-08-16T16:39:27.511" v="552" actId="1076"/>
          <ac:spMkLst>
            <pc:docMk/>
            <pc:sldMk cId="0" sldId="316"/>
            <ac:spMk id="8" creationId="{00000000-0000-0000-0000-000000000000}"/>
          </ac:spMkLst>
        </pc:spChg>
        <pc:spChg chg="mod">
          <ac:chgData name="Ivan Lucas" userId="f488f667df7b9828" providerId="LiveId" clId="{7341C001-F0AF-4418-95D9-934B15DF2660}" dt="2026-08-16T16:39:27.511" v="552" actId="1076"/>
          <ac:spMkLst>
            <pc:docMk/>
            <pc:sldMk cId="0" sldId="316"/>
            <ac:spMk id="9" creationId="{00000000-0000-0000-0000-000000000000}"/>
          </ac:spMkLst>
        </pc:spChg>
        <pc:spChg chg="mod">
          <ac:chgData name="Ivan Lucas" userId="f488f667df7b9828" providerId="LiveId" clId="{7341C001-F0AF-4418-95D9-934B15DF2660}" dt="2026-08-16T16:38:40.576" v="488"/>
          <ac:spMkLst>
            <pc:docMk/>
            <pc:sldMk cId="0" sldId="316"/>
            <ac:spMk id="11" creationId="{00000000-0000-0000-0000-000000000000}"/>
          </ac:spMkLst>
        </pc:spChg>
        <pc:spChg chg="mod">
          <ac:chgData name="Ivan Lucas" userId="f488f667df7b9828" providerId="LiveId" clId="{7341C001-F0AF-4418-95D9-934B15DF2660}" dt="2026-08-16T17:08:00.815" v="655" actId="122"/>
          <ac:spMkLst>
            <pc:docMk/>
            <pc:sldMk cId="0" sldId="316"/>
            <ac:spMk id="15" creationId="{00000000-0000-0000-0000-000000000000}"/>
          </ac:spMkLst>
        </pc:spChg>
      </pc:sldChg>
      <pc:sldChg chg="delSp mod">
        <pc:chgData name="Ivan Lucas" userId="f488f667df7b9828" providerId="LiveId" clId="{7341C001-F0AF-4418-95D9-934B15DF2660}" dt="2026-08-16T17:09:29.833" v="656" actId="478"/>
        <pc:sldMkLst>
          <pc:docMk/>
          <pc:sldMk cId="0" sldId="318"/>
        </pc:sldMkLst>
        <pc:spChg chg="del">
          <ac:chgData name="Ivan Lucas" userId="f488f667df7b9828" providerId="LiveId" clId="{7341C001-F0AF-4418-95D9-934B15DF2660}" dt="2026-08-16T17:09:29.833" v="656" actId="478"/>
          <ac:spMkLst>
            <pc:docMk/>
            <pc:sldMk cId="0" sldId="318"/>
            <ac:spMk id="17" creationId="{00000000-0000-0000-0000-000000000000}"/>
          </ac:spMkLst>
        </pc:spChg>
      </pc:sldChg>
      <pc:sldChg chg="delSp mod">
        <pc:chgData name="Ivan Lucas" userId="f488f667df7b9828" providerId="LiveId" clId="{7341C001-F0AF-4418-95D9-934B15DF2660}" dt="2026-08-16T17:09:32.989" v="657" actId="478"/>
        <pc:sldMkLst>
          <pc:docMk/>
          <pc:sldMk cId="0" sldId="319"/>
        </pc:sldMkLst>
        <pc:spChg chg="del">
          <ac:chgData name="Ivan Lucas" userId="f488f667df7b9828" providerId="LiveId" clId="{7341C001-F0AF-4418-95D9-934B15DF2660}" dt="2026-08-16T17:09:32.989" v="657" actId="478"/>
          <ac:spMkLst>
            <pc:docMk/>
            <pc:sldMk cId="0" sldId="319"/>
            <ac:spMk id="15" creationId="{00000000-0000-0000-0000-000000000000}"/>
          </ac:spMkLst>
        </pc:spChg>
      </pc:sldChg>
      <pc:sldChg chg="del">
        <pc:chgData name="Ivan Lucas" userId="f488f667df7b9828" providerId="LiveId" clId="{7341C001-F0AF-4418-95D9-934B15DF2660}" dt="2026-08-16T16:29:50.126" v="487" actId="47"/>
        <pc:sldMkLst>
          <pc:docMk/>
          <pc:sldMk cId="0" sldId="320"/>
        </pc:sldMkLst>
      </pc:sldChg>
      <pc:sldChg chg="delSp modSp mod">
        <pc:chgData name="Ivan Lucas" userId="f488f667df7b9828" providerId="LiveId" clId="{7341C001-F0AF-4418-95D9-934B15DF2660}" dt="2026-08-16T15:33:23.443" v="483" actId="1076"/>
        <pc:sldMkLst>
          <pc:docMk/>
          <pc:sldMk cId="0" sldId="321"/>
        </pc:sldMkLst>
        <pc:spChg chg="mod">
          <ac:chgData name="Ivan Lucas" userId="f488f667df7b9828" providerId="LiveId" clId="{7341C001-F0AF-4418-95D9-934B15DF2660}" dt="2026-08-16T15:32:58.019" v="475" actId="207"/>
          <ac:spMkLst>
            <pc:docMk/>
            <pc:sldMk cId="0" sldId="321"/>
            <ac:spMk id="5" creationId="{00000000-0000-0000-0000-000000000000}"/>
          </ac:spMkLst>
        </pc:spChg>
        <pc:spChg chg="del">
          <ac:chgData name="Ivan Lucas" userId="f488f667df7b9828" providerId="LiveId" clId="{7341C001-F0AF-4418-95D9-934B15DF2660}" dt="2026-08-16T15:30:55.955" v="474" actId="478"/>
          <ac:spMkLst>
            <pc:docMk/>
            <pc:sldMk cId="0" sldId="321"/>
            <ac:spMk id="8" creationId="{00000000-0000-0000-0000-000000000000}"/>
          </ac:spMkLst>
        </pc:spChg>
        <pc:picChg chg="mod">
          <ac:chgData name="Ivan Lucas" userId="f488f667df7b9828" providerId="LiveId" clId="{7341C001-F0AF-4418-95D9-934B15DF2660}" dt="2026-08-16T15:33:23.443" v="483" actId="1076"/>
          <ac:picMkLst>
            <pc:docMk/>
            <pc:sldMk cId="0" sldId="321"/>
            <ac:picMk id="15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64F02D-732C-4A6F-A165-9F9F2A837CFB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01387E-BDC5-4E5A-BF5D-EFF9FD58FC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2557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0h10min.</a:t>
            </a:r>
          </a:p>
          <a:p>
            <a:endParaRPr/>
          </a:p>
          <a:p>
            <a:r>
              <a:t>Fala sugerida:</a:t>
            </a:r>
          </a:p>
          <a:p>
            <a:r>
              <a:t>Apresente o tema da semana e explique que vamos transformar uma ideia em um aplicativo conectado a dados.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0h10min.</a:t>
            </a:r>
          </a:p>
          <a:p>
            <a:endParaRPr/>
          </a:p>
          <a:p>
            <a:r>
              <a:t>Fala sugerida:</a:t>
            </a:r>
          </a:p>
          <a:p>
            <a:r>
              <a:t>Leia os três objetivos e diga aos alunos que eles serão retomados no fechamento.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0h10min.</a:t>
            </a:r>
          </a:p>
          <a:p>
            <a:endParaRPr/>
          </a:p>
          <a:p>
            <a:r>
              <a:t>Fala sugerida:</a:t>
            </a:r>
          </a:p>
          <a:p>
            <a:r>
              <a:t>Explique no-code como montar uma solução visualmente, sem escrever a lógica em uma linguagem tradicional.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Mostre que no-code amplia quem pode criar tecnologia e peça um exemplo de tarefa que os alunos gostariam de digitalizar.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Apresente rapidamente as ferramentas e destaque que cada uma resolve um tipo de problema.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Relacione velocidade, custo e validação com um projeto real de pequeno porte.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Equilibre o entusiasmo: explique quando complexidade, escala ou dependência da plataforma podem virar obstáculos.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0h10min.</a:t>
            </a:r>
          </a:p>
          <a:p>
            <a:endParaRPr/>
          </a:p>
          <a:p>
            <a:r>
              <a:t>Fala sugerida:</a:t>
            </a:r>
          </a:p>
          <a:p>
            <a:r>
              <a:t>Use a ideia de banco de dados como uma memória organizada do sistema e conecte-a às operações CRUD.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0h10min.</a:t>
            </a:r>
          </a:p>
          <a:p>
            <a:endParaRPr/>
          </a:p>
          <a:p>
            <a:r>
              <a:t>Fala sugerida:</a:t>
            </a:r>
          </a:p>
          <a:p>
            <a:r>
              <a:t>Mostre o Sheets como uma planilha colaborativa que, com organização, pode servir de base para o protótipo.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0h10min.</a:t>
            </a:r>
          </a:p>
          <a:p>
            <a:endParaRPr/>
          </a:p>
          <a:p>
            <a:r>
              <a:t>Fala sugerida:</a:t>
            </a:r>
          </a:p>
          <a:p>
            <a:r>
              <a:t>Apresente CRUD como o vocabulário comum para conversar sobre dados em qualquer aplicativo.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Dê um exemplo simples: cadastrar um novo cliente é a operação Create.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Dê um exemplo simples: consultar a lista de clientes é a operação Read.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Dê um exemplo simples: corrigir o telefone de um cliente é a operação Update.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Dê um exemplo simples: remover um cadastro que não deve mais existir é a operação Delete.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0h10min.</a:t>
            </a:r>
          </a:p>
          <a:p>
            <a:endParaRPr/>
          </a:p>
          <a:p>
            <a:r>
              <a:t>Fala sugerida:</a:t>
            </a:r>
          </a:p>
          <a:p>
            <a:r>
              <a:t>Reforce o caminho: o usuário interage com o app, o app grava ou lê no Sheets, e os dados retornam para a tela.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Tempo </a:t>
            </a:r>
            <a:r>
              <a:rPr dirty="0" err="1"/>
              <a:t>estimado</a:t>
            </a:r>
            <a:r>
              <a:rPr dirty="0"/>
              <a:t>: 1h15min.</a:t>
            </a:r>
          </a:p>
          <a:p>
            <a:endParaRPr dirty="0"/>
          </a:p>
          <a:p>
            <a:r>
              <a:rPr dirty="0"/>
              <a:t>Fala </a:t>
            </a:r>
            <a:r>
              <a:rPr dirty="0" err="1"/>
              <a:t>sugerida</a:t>
            </a:r>
            <a:r>
              <a:rPr dirty="0"/>
              <a:t>:</a:t>
            </a:r>
          </a:p>
          <a:p>
            <a:r>
              <a:rPr dirty="0" err="1"/>
              <a:t>Explique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a </a:t>
            </a:r>
            <a:r>
              <a:rPr dirty="0" err="1"/>
              <a:t>entrevista</a:t>
            </a:r>
            <a:r>
              <a:rPr dirty="0"/>
              <a:t> </a:t>
            </a:r>
            <a:r>
              <a:rPr dirty="0" err="1"/>
              <a:t>evita</a:t>
            </a:r>
            <a:r>
              <a:rPr dirty="0"/>
              <a:t> </a:t>
            </a:r>
            <a:r>
              <a:rPr dirty="0" err="1"/>
              <a:t>construir</a:t>
            </a:r>
            <a:r>
              <a:rPr dirty="0"/>
              <a:t> algo </a:t>
            </a:r>
            <a:r>
              <a:rPr dirty="0" err="1"/>
              <a:t>baseado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suposições</a:t>
            </a:r>
            <a:r>
              <a:rPr dirty="0"/>
              <a:t>. Oriente as equipes a </a:t>
            </a:r>
            <a:r>
              <a:rPr dirty="0" err="1"/>
              <a:t>perguntar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problema</a:t>
            </a:r>
            <a:r>
              <a:rPr dirty="0"/>
              <a:t>, </a:t>
            </a:r>
            <a:r>
              <a:rPr dirty="0" err="1"/>
              <a:t>usuário</a:t>
            </a:r>
            <a:r>
              <a:rPr dirty="0"/>
              <a:t>, </a:t>
            </a:r>
            <a:r>
              <a:rPr dirty="0" err="1"/>
              <a:t>frequência</a:t>
            </a:r>
            <a:r>
              <a:rPr dirty="0"/>
              <a:t>, dados </a:t>
            </a:r>
            <a:r>
              <a:rPr dirty="0" err="1"/>
              <a:t>necessários</a:t>
            </a:r>
            <a:r>
              <a:rPr dirty="0"/>
              <a:t> e </a:t>
            </a:r>
            <a:r>
              <a:rPr dirty="0" err="1"/>
              <a:t>resultado</a:t>
            </a:r>
            <a:r>
              <a:rPr dirty="0"/>
              <a:t> </a:t>
            </a:r>
            <a:r>
              <a:rPr dirty="0" err="1"/>
              <a:t>esperado</a:t>
            </a:r>
            <a:r>
              <a:rPr dirty="0"/>
              <a:t>; </a:t>
            </a:r>
            <a:r>
              <a:rPr dirty="0" err="1"/>
              <a:t>depois</a:t>
            </a:r>
            <a:r>
              <a:rPr dirty="0"/>
              <a:t> </a:t>
            </a:r>
            <a:r>
              <a:rPr dirty="0" err="1"/>
              <a:t>transforme</a:t>
            </a:r>
            <a:r>
              <a:rPr dirty="0"/>
              <a:t> </a:t>
            </a:r>
            <a:r>
              <a:rPr dirty="0" err="1"/>
              <a:t>respostas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histórias</a:t>
            </a:r>
            <a:r>
              <a:rPr dirty="0"/>
              <a:t> no </a:t>
            </a:r>
            <a:r>
              <a:rPr dirty="0" err="1"/>
              <a:t>formato</a:t>
            </a:r>
            <a:r>
              <a:rPr dirty="0"/>
              <a:t> 'Como..., </a:t>
            </a:r>
            <a:r>
              <a:rPr dirty="0" err="1"/>
              <a:t>quero</a:t>
            </a:r>
            <a:r>
              <a:rPr dirty="0"/>
              <a:t>..., para...'. Reserve o tempo para a </a:t>
            </a:r>
            <a:r>
              <a:rPr dirty="0" err="1"/>
              <a:t>atividade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Dica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professor: </a:t>
            </a:r>
            <a:r>
              <a:rPr dirty="0" err="1"/>
              <a:t>faça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pergunta</a:t>
            </a:r>
            <a:r>
              <a:rPr dirty="0"/>
              <a:t> </a:t>
            </a:r>
            <a:r>
              <a:rPr dirty="0" err="1"/>
              <a:t>rápida</a:t>
            </a:r>
            <a:r>
              <a:rPr dirty="0"/>
              <a:t>, </a:t>
            </a:r>
            <a:r>
              <a:rPr dirty="0" err="1"/>
              <a:t>confirme</a:t>
            </a:r>
            <a:r>
              <a:rPr dirty="0"/>
              <a:t> a </a:t>
            </a:r>
            <a:r>
              <a:rPr dirty="0" err="1"/>
              <a:t>compreensão</a:t>
            </a:r>
            <a:r>
              <a:rPr dirty="0"/>
              <a:t> e </a:t>
            </a:r>
            <a:r>
              <a:rPr dirty="0" err="1"/>
              <a:t>conecte</a:t>
            </a:r>
            <a:r>
              <a:rPr dirty="0"/>
              <a:t> o </a:t>
            </a:r>
            <a:r>
              <a:rPr dirty="0" err="1"/>
              <a:t>exemplo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aplicativo</a:t>
            </a:r>
            <a:r>
              <a:rPr dirty="0"/>
              <a:t> de </a:t>
            </a:r>
            <a:r>
              <a:rPr dirty="0" err="1"/>
              <a:t>agendamento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Oriente o login e explique que a mesma conta facilitará o compartilhamento entre Sheets e AppSheet.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Faça junto o acesso ao Sheets e confirme que todos estão na conta correta.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Crie a planilha em branco e explique que ela será a fonte de dados do primeiro aplicativo.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Diferencie cabeçalho, coluna e registro. Mostre que uma linha representa uma ocorrência completa.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Defina os campos antes de preencher dados; isso reduz retrabalho e deixa o modelo previsível.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Mostre o cabeçalho correto e explique por que nomes claros ajudam o AppSheet a interpretar as colunas.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Preencha alguns registros ao vivo, sempre adicionando um registro por linha.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Use os exemplos para conferir tipos e consistência, especialmente e-mail, data e status.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Explique que cada aba representa um conjunto de dados com uma responsabilidade.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Renomeie a aba e antecipe as relações entre Cliente, Agendamento e Serviço.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Crie as abas necessárias e destaque que separar tabelas facilita manutenção e crescimento.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Explique a regra de uma aba por tipo de dado com um exemplo de erro causado por misturar clientes e agendamentos.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Apresente a chave primária como a identidade de uma linha. O ID deve ser único, estável e não depender do nome da pessoa.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Explique que UNIQUEID gera identificadores difíceis de repetir e que o ID não deve ser alterado depois de usado.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Mostre a referência por ID e explique que ela mantém o relacionamento mesmo se o nome do cliente mudar.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Reforce normalização básica: não duplicar informação nem guardar listas em uma célula; novas entidades viram novas tabelas.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Apresente o AppSheet como a camada que transforma dados organizados em telas e comportamentos.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Relacione os exemplos a problemas de negócio: agendar, cadastrar e acompanhar tarefas.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Compare as duas entradas e diga que ambas chegam ao mesmo editor do AppSheet.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Demonstre o caminho pelo site e explique o significado de começar com dados existentes.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Mostre a tela inicial e confirme a planilha selecionada antes de avançar.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Explique a alternativa de iniciar a partir do próprio Sheets, útil quando a base já está aberta.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Demonstre Extensões &gt; AppSheet &gt; Criar um aplicativo e aguarde a nova aba.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Explique que a criação automática é uma interpretação inicial, não um modelo final pronto.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Mostre como o AppSheet identifica colunas, tipos e chave; ensine a revisar essas inferências.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Leia a tabela Cliente no editor e conecte cada coluna ao cabeçalho criado no Sheets.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Explique que apenas a primeira tabela entra automaticamente e que as demais precisam ser adicionadas.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Aponte o botão Add new Data e explique que ele é o caminho para conectar novas fontes ou tabelas.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Adicione Agendamento ao vivo e confira se a tabela aparece sem erros.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Demonstre adicionar e editar um registro pelo app, relacionando isso a Create e Update.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Explique slices como filtros reutilizáveis para mostrar somente o subconjunto necessário a uma tela.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Faça um mapa mental das seções: dados, interface, ações, automação, inteligência e administração.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Na seção Data, mostre onde tabelas, colunas e relacionamentos são conferidos.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Na seção Views, explique que a mesma informação pode aparecer em lista, detalhe, formulário ou painel.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Na seção Actions, diferencie um botão que altera dados de uma simples navegação.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Na seção Automation, dê o exemplo de enviar uma confirmação após um agendamento.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Explique que Intelligence adiciona recursos baseados em dados e que eles devem ser usados com responsabilidade.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Destaque autenticação, permissões e visibilidade: nem todo usuário deve ver todos os dados.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Mostre Settings como o local de identidade e preferências gerais do aplicativo.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Explique que Manage é usado para acompanhar o app depois que ele começa a ser utilizado.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Mostre Learn como fonte oficial para consultar documentação e continuar estudando.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Explique o simulador como um ambiente rápido para testar sem publicar o aplicativo.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Faça um teste curto no simulador e peça aos alunos que observem a diferença entre editar dados e atualizar a visualização.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Recapitule no-code, Sheets, CRUD, organização, conexão e interface. Peça aos alunos que expliquem o fluxo com suas próprias palavras.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5h00min.</a:t>
            </a:r>
          </a:p>
          <a:p>
            <a:endParaRPr/>
          </a:p>
          <a:p>
            <a:r>
              <a:t>Fala sugerida:</a:t>
            </a:r>
          </a:p>
          <a:p>
            <a:r>
              <a:t>Explique que a playlist é um estudo guiado para consolidar o desenvolvimento de um app de controle financeiro. Oriente os alunos a pausar, reproduzir os passos e registrar dúvidas. Reserve aproximadamente cinco horas.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Organize grupos de cinco. Cada grupo deve pesquisar oportunidades, escolher uma atuação possível e apresentar exemplos concretos, sem transformar a atividade em uma definição abstrata de mercado.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Oriente a criação de uma nova tabela e sua inclusão pelo Add new Data. Sugira tabelas como Pagamento, Endereço, Disponibilidade ou Avaliação e peça que justifiquem a escolha.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estimado: 0h05min.</a:t>
            </a:r>
          </a:p>
          <a:p>
            <a:endParaRPr/>
          </a:p>
          <a:p>
            <a:r>
              <a:t>Fala sugerida:</a:t>
            </a:r>
          </a:p>
          <a:p>
            <a:r>
              <a:t>Abra espaço para dúvidas e faça uma revisão diagnóstica. Peça que cada aluno cite uma tabela, uma operação CRUD e uma seção do AppSheet; use as respostas para corrigir lacunas.</a:t>
            </a:r>
          </a:p>
          <a:p>
            <a:endParaRPr/>
          </a:p>
          <a:p>
            <a:r>
              <a:t>Dica ao professor: faça uma pergunta rápida, confirme a compreensão e conecte o exemplo ao aplicativo de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be.com/playlist?list=PLU25zncmwi9_NSxR51VEHiEmko91IY6e5&amp;si=tWXVi73AjrMzS1Ex" TargetMode="Externa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youtube.com/watch?v=VnU8N5Q-3mY" TargetMode="Externa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603504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u="none">
                <a:solidFill>
                  <a:srgbClr val="FFFFFF"/>
                </a:solidFill>
                <a:latin typeface="Aptos Display"/>
              </a:rPr>
              <a:t>AppClicks - Semana 2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788920"/>
            <a:ext cx="914400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127248"/>
            <a:ext cx="58978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u="none">
                <a:solidFill>
                  <a:srgbClr val="C8DCFF"/>
                </a:solidFill>
                <a:latin typeface="Aptos"/>
              </a:rPr>
              <a:t>Introdução ao No-code e Banco de Dados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196596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967728" y="2395728"/>
            <a:ext cx="1024128" cy="1024128"/>
          </a:xfrm>
          <a:prstGeom prst="round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68896" y="2596896"/>
            <a:ext cx="201168" cy="201168"/>
          </a:xfrm>
          <a:prstGeom prst="ellipse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79792" y="2606040"/>
            <a:ext cx="310896" cy="146304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68896" y="2980944"/>
            <a:ext cx="621792" cy="146304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5257800"/>
            <a:ext cx="1965960" cy="109728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1 / 65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Objetivos da Aula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874519"/>
            <a:ext cx="2484120" cy="3383280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rapezoid 7"/>
          <p:cNvSpPr/>
          <p:nvPr/>
        </p:nvSpPr>
        <p:spPr>
          <a:xfrm>
            <a:off x="1626108" y="2075688"/>
            <a:ext cx="548640" cy="548640"/>
          </a:xfrm>
          <a:prstGeom prst="trapezoid">
            <a:avLst/>
          </a:prstGeom>
          <a:solidFill>
            <a:srgbClr val="FFFFFF"/>
          </a:solidFill>
          <a:ln w="1397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26108" y="2185415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u="none">
                <a:solidFill>
                  <a:srgbClr val="222E4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807208"/>
            <a:ext cx="2191512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u="none">
                <a:solidFill>
                  <a:srgbClr val="222E40"/>
                </a:solidFill>
                <a:latin typeface="Aptos"/>
              </a:rPr>
              <a:t>Entender no-code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767328"/>
            <a:ext cx="2191512" cy="1353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u="none">
                <a:solidFill>
                  <a:srgbClr val="222E40"/>
                </a:solidFill>
                <a:latin typeface="Aptos"/>
              </a:rPr>
              <a:t>Criar aplicativos sem programação tradicional, usando interfaces visuais, componentes prontos e fluxos lógicos.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25368" y="1874519"/>
            <a:ext cx="2484120" cy="3383280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rapezoid 12"/>
          <p:cNvSpPr/>
          <p:nvPr/>
        </p:nvSpPr>
        <p:spPr>
          <a:xfrm>
            <a:off x="4293108" y="2075688"/>
            <a:ext cx="548640" cy="548640"/>
          </a:xfrm>
          <a:prstGeom prst="trapezoid">
            <a:avLst/>
          </a:prstGeom>
          <a:solidFill>
            <a:srgbClr val="FFFFFF"/>
          </a:solidFill>
          <a:ln w="1397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3108" y="2185415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u="none">
                <a:solidFill>
                  <a:srgbClr val="222E40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1672" y="2807208"/>
            <a:ext cx="2191512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u="none">
                <a:solidFill>
                  <a:srgbClr val="222E40"/>
                </a:solidFill>
                <a:latin typeface="Aptos"/>
              </a:rPr>
              <a:t>Google Sheets como 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1672" y="3767328"/>
            <a:ext cx="2191512" cy="1353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u="none">
                <a:solidFill>
                  <a:srgbClr val="222E40"/>
                </a:solidFill>
                <a:latin typeface="Aptos"/>
              </a:rPr>
              <a:t>Organizar dados em colunas, linhas e abas para usar a planilha como banco de dados.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92368" y="1874519"/>
            <a:ext cx="2484120" cy="3383280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rapezoid 17"/>
          <p:cNvSpPr/>
          <p:nvPr/>
        </p:nvSpPr>
        <p:spPr>
          <a:xfrm>
            <a:off x="6960108" y="2075688"/>
            <a:ext cx="548640" cy="548640"/>
          </a:xfrm>
          <a:prstGeom prst="trapezoid">
            <a:avLst/>
          </a:prstGeom>
          <a:solidFill>
            <a:srgbClr val="FFFFFF"/>
          </a:solidFill>
          <a:ln w="1397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60108" y="2185415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u="none">
                <a:solidFill>
                  <a:srgbClr val="222E40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38672" y="2807208"/>
            <a:ext cx="2191512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u="none">
                <a:solidFill>
                  <a:srgbClr val="222E40"/>
                </a:solidFill>
                <a:latin typeface="Aptos"/>
              </a:rPr>
              <a:t>Operações CRUD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8672" y="3767328"/>
            <a:ext cx="2191512" cy="1353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u="none">
                <a:solidFill>
                  <a:srgbClr val="222E40"/>
                </a:solidFill>
                <a:latin typeface="Aptos"/>
              </a:rPr>
              <a:t>Compreender Create, Read, Update e Delete, base da manipulação de dados.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2 / 65</a:t>
            </a:r>
          </a:p>
        </p:txBody>
      </p:sp>
      <p:sp>
        <p:nvSpPr>
          <p:cNvPr id="24" name="AppClicks Day Marker Background"/>
          <p:cNvSpPr/>
          <p:nvPr/>
        </p:nvSpPr>
        <p:spPr>
          <a:xfrm>
            <a:off x="7333488" y="274320"/>
            <a:ext cx="1170432" cy="530352"/>
          </a:xfrm>
          <a:prstGeom prst="round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AppClicks Day Marker Label"/>
          <p:cNvSpPr txBox="1"/>
          <p:nvPr/>
        </p:nvSpPr>
        <p:spPr>
          <a:xfrm>
            <a:off x="7333488" y="411480"/>
            <a:ext cx="1170432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dirty="0">
                <a:solidFill>
                  <a:schemeClr val="bg1"/>
                </a:solidFill>
              </a:rPr>
              <a:t>DIA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O que é No-Code?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645920"/>
            <a:ext cx="4663440" cy="4251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u="none">
                <a:solidFill>
                  <a:srgbClr val="222E40"/>
                </a:solidFill>
                <a:latin typeface="Aptos"/>
              </a:rPr>
              <a:t>O desenvolvimento no-code permite criar aplicativos, sites, automações e sistemas digitais sem escrever código de programação tradicional.</a:t>
            </a:r>
            <a:br/>
            <a:br/>
            <a:r>
              <a:rPr sz="1350" b="1" u="none">
                <a:solidFill>
                  <a:srgbClr val="222E40"/>
                </a:solidFill>
                <a:latin typeface="Aptos"/>
              </a:rPr>
              <a:t>Em vez disso, utilizamos interfaces de arrastar e soltar, blocos configuráveis e menus intuitivos.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536192"/>
            <a:ext cx="2788920" cy="448056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74536" y="3145536"/>
            <a:ext cx="393192" cy="393192"/>
          </a:xfrm>
          <a:prstGeom prst="roundRect">
            <a:avLst/>
          </a:prstGeom>
          <a:solidFill>
            <a:srgbClr val="1E979D"/>
          </a:solidFill>
          <a:ln w="1524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095744" y="3145536"/>
            <a:ext cx="393192" cy="393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74536" y="3666744"/>
            <a:ext cx="393192" cy="393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095744" y="3666744"/>
            <a:ext cx="393192" cy="393192"/>
          </a:xfrm>
          <a:prstGeom prst="roundRect">
            <a:avLst/>
          </a:prstGeom>
          <a:solidFill>
            <a:srgbClr val="1E979D"/>
          </a:solidFill>
          <a:ln w="1524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3 / 65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A Democratização da Tecnologia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645920"/>
            <a:ext cx="4663440" cy="4251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u="none">
                <a:solidFill>
                  <a:srgbClr val="222E40"/>
                </a:solidFill>
                <a:latin typeface="Aptos"/>
              </a:rPr>
              <a:t>Profissionais de marketing, operações ou vendas também podem criar suas próprias soluções digitais, de forma rápida e personalizada.</a:t>
            </a:r>
            <a:br/>
            <a:br/>
            <a:r>
              <a:rPr sz="1350" b="1" u="none">
                <a:solidFill>
                  <a:srgbClr val="222E40"/>
                </a:solidFill>
                <a:latin typeface="Aptos"/>
              </a:rPr>
              <a:t>Assim, pessoas sem conhecimento técnico em programação conseguem criar soluções digitais.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536192"/>
            <a:ext cx="2788920" cy="448056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611112" y="3182112"/>
            <a:ext cx="347472" cy="347472"/>
          </a:xfrm>
          <a:prstGeom prst="ellipse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159752" y="3182112"/>
            <a:ext cx="347472" cy="347472"/>
          </a:xfrm>
          <a:prstGeom prst="ellipse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92240" y="3703320"/>
            <a:ext cx="603504" cy="14630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040880" y="3703320"/>
            <a:ext cx="603504" cy="146304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4 / 65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419284"/>
            <a:ext cx="8275320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b="1" dirty="0" err="1">
                <a:solidFill>
                  <a:schemeClr val="bg1"/>
                </a:solidFill>
              </a:rPr>
              <a:t>Exemplos</a:t>
            </a:r>
            <a:r>
              <a:rPr b="1" dirty="0">
                <a:solidFill>
                  <a:schemeClr val="bg1"/>
                </a:solidFill>
              </a:rPr>
              <a:t> de ferramentas no-code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611112" y="3182112"/>
            <a:ext cx="347472" cy="347472"/>
          </a:xfrm>
          <a:prstGeom prst="ellipse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159752" y="3182112"/>
            <a:ext cx="347472" cy="347472"/>
          </a:xfrm>
          <a:prstGeom prst="ellipse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92240" y="3703320"/>
            <a:ext cx="603504" cy="14630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040880" y="3703320"/>
            <a:ext cx="603504" cy="146304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5 / 65</a:t>
            </a:r>
          </a:p>
        </p:txBody>
      </p:sp>
      <p:pic>
        <p:nvPicPr>
          <p:cNvPr id="15" name="Picture 14" descr="figura_exemplos_no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988092"/>
            <a:ext cx="8458200" cy="27355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Vantagens do No-code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874519"/>
            <a:ext cx="2484120" cy="3383280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rapezoid 7"/>
          <p:cNvSpPr/>
          <p:nvPr/>
        </p:nvSpPr>
        <p:spPr>
          <a:xfrm>
            <a:off x="1626108" y="2075688"/>
            <a:ext cx="548640" cy="548640"/>
          </a:xfrm>
          <a:prstGeom prst="trapezoid">
            <a:avLst/>
          </a:prstGeom>
          <a:solidFill>
            <a:srgbClr val="FFFFFF"/>
          </a:solidFill>
          <a:ln w="1397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26108" y="2185415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u="none">
                <a:solidFill>
                  <a:srgbClr val="222E4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807208"/>
            <a:ext cx="2191512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u="none">
                <a:solidFill>
                  <a:srgbClr val="222E40"/>
                </a:solidFill>
                <a:latin typeface="Aptos"/>
              </a:rPr>
              <a:t>Desenvolvimento rápido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767328"/>
            <a:ext cx="2191512" cy="1353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u="none">
                <a:solidFill>
                  <a:srgbClr val="222E40"/>
                </a:solidFill>
                <a:latin typeface="Aptos"/>
              </a:rPr>
              <a:t>Acessível a quem não é programador e permite criar soluções com rapidez.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25368" y="1874519"/>
            <a:ext cx="2484120" cy="3383280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rapezoid 12"/>
          <p:cNvSpPr/>
          <p:nvPr/>
        </p:nvSpPr>
        <p:spPr>
          <a:xfrm>
            <a:off x="4293108" y="2075688"/>
            <a:ext cx="548640" cy="548640"/>
          </a:xfrm>
          <a:prstGeom prst="trapezoid">
            <a:avLst/>
          </a:prstGeom>
          <a:solidFill>
            <a:srgbClr val="FFFFFF"/>
          </a:solidFill>
          <a:ln w="1397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3108" y="2185415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u="none">
                <a:solidFill>
                  <a:srgbClr val="222E40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1672" y="2807208"/>
            <a:ext cx="2191512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u="none">
                <a:solidFill>
                  <a:srgbClr val="222E40"/>
                </a:solidFill>
                <a:latin typeface="Aptos"/>
              </a:rPr>
              <a:t>Custo reduzido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1672" y="3767328"/>
            <a:ext cx="2191512" cy="1353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u="none">
                <a:solidFill>
                  <a:srgbClr val="222E40"/>
                </a:solidFill>
                <a:latin typeface="Aptos"/>
              </a:rPr>
              <a:t>Custo reduzido em MVPs e protótipos.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92368" y="1874519"/>
            <a:ext cx="2484120" cy="3383280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rapezoid 17"/>
          <p:cNvSpPr/>
          <p:nvPr/>
        </p:nvSpPr>
        <p:spPr>
          <a:xfrm>
            <a:off x="6960108" y="2075688"/>
            <a:ext cx="548640" cy="548640"/>
          </a:xfrm>
          <a:prstGeom prst="trapezoid">
            <a:avLst/>
          </a:prstGeom>
          <a:solidFill>
            <a:srgbClr val="FFFFFF"/>
          </a:solidFill>
          <a:ln w="1397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60108" y="2185415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u="none">
                <a:solidFill>
                  <a:srgbClr val="222E40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38672" y="2807208"/>
            <a:ext cx="2191512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u="none">
                <a:solidFill>
                  <a:srgbClr val="222E40"/>
                </a:solidFill>
                <a:latin typeface="Aptos"/>
              </a:rPr>
              <a:t>Ideal para testar ideias/MVPs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8672" y="3767328"/>
            <a:ext cx="2191512" cy="1353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u="none">
                <a:solidFill>
                  <a:srgbClr val="222E40"/>
                </a:solidFill>
                <a:latin typeface="Aptos"/>
              </a:rPr>
              <a:t>Testes e mudanças fáceis durante a validação da ideia.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6 / 65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Limitações do No-code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874519"/>
            <a:ext cx="3817620" cy="3383280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rapezoid 7"/>
          <p:cNvSpPr/>
          <p:nvPr/>
        </p:nvSpPr>
        <p:spPr>
          <a:xfrm>
            <a:off x="2292858" y="2075688"/>
            <a:ext cx="548640" cy="548640"/>
          </a:xfrm>
          <a:prstGeom prst="trapezoid">
            <a:avLst/>
          </a:prstGeom>
          <a:solidFill>
            <a:srgbClr val="FFFFFF"/>
          </a:solidFill>
          <a:ln w="1397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92858" y="2185415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u="none">
                <a:solidFill>
                  <a:srgbClr val="222E4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807208"/>
            <a:ext cx="3525012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u="none">
                <a:solidFill>
                  <a:srgbClr val="222E40"/>
                </a:solidFill>
                <a:latin typeface="Aptos"/>
              </a:rPr>
              <a:t>Escalabilidade limitada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767328"/>
            <a:ext cx="3525012" cy="1353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u="none">
                <a:solidFill>
                  <a:srgbClr val="222E40"/>
                </a:solidFill>
                <a:latin typeface="Aptos"/>
              </a:rPr>
              <a:t>Pode ser difícil escalar para sistemas muito complexos.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58868" y="1874519"/>
            <a:ext cx="3817620" cy="3383280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rapezoid 12"/>
          <p:cNvSpPr/>
          <p:nvPr/>
        </p:nvSpPr>
        <p:spPr>
          <a:xfrm>
            <a:off x="6293358" y="2075688"/>
            <a:ext cx="548640" cy="548640"/>
          </a:xfrm>
          <a:prstGeom prst="trapezoid">
            <a:avLst/>
          </a:prstGeom>
          <a:solidFill>
            <a:srgbClr val="FFFFFF"/>
          </a:solidFill>
          <a:ln w="1397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93358" y="2185415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u="none">
                <a:solidFill>
                  <a:srgbClr val="222E40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5172" y="2807208"/>
            <a:ext cx="3525012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u="none">
                <a:solidFill>
                  <a:srgbClr val="222E40"/>
                </a:solidFill>
                <a:latin typeface="Aptos"/>
              </a:rPr>
              <a:t>Menor flexibilidade comparado ao código tradicional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5172" y="3767328"/>
            <a:ext cx="3525012" cy="1353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u="none">
                <a:solidFill>
                  <a:srgbClr val="222E40"/>
                </a:solidFill>
                <a:latin typeface="Aptos"/>
              </a:rPr>
              <a:t>Também existe dependência da ferramenta usada.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7 / 65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O que é um Banco de Dados?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645920"/>
            <a:ext cx="4663440" cy="4251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1" u="none">
                <a:solidFill>
                  <a:srgbClr val="222E40"/>
                </a:solidFill>
                <a:latin typeface="Aptos"/>
              </a:rPr>
              <a:t>Os sistemas precisam armazenar dados. Quando ficam guardados em um banco de dados, eles estão seguros e podemos realizar procedimentos como CRUD.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536192"/>
            <a:ext cx="2788920" cy="448056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92240" y="3063239"/>
            <a:ext cx="1143000" cy="1143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rc 9"/>
          <p:cNvSpPr/>
          <p:nvPr/>
        </p:nvSpPr>
        <p:spPr>
          <a:xfrm>
            <a:off x="6729983" y="3273552"/>
            <a:ext cx="667512" cy="201168"/>
          </a:xfrm>
          <a:prstGeom prst="arc">
            <a:avLst/>
          </a:prstGeom>
          <a:noFill/>
          <a:ln w="2540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rc 10"/>
          <p:cNvSpPr/>
          <p:nvPr/>
        </p:nvSpPr>
        <p:spPr>
          <a:xfrm>
            <a:off x="6729983" y="3529584"/>
            <a:ext cx="667512" cy="201168"/>
          </a:xfrm>
          <a:prstGeom prst="arc">
            <a:avLst/>
          </a:prstGeom>
          <a:noFill/>
          <a:ln w="2540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rc 11"/>
          <p:cNvSpPr/>
          <p:nvPr/>
        </p:nvSpPr>
        <p:spPr>
          <a:xfrm>
            <a:off x="6729983" y="3785615"/>
            <a:ext cx="667512" cy="201168"/>
          </a:xfrm>
          <a:prstGeom prst="arc">
            <a:avLst/>
          </a:prstGeom>
          <a:noFill/>
          <a:ln w="2540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8 / 65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Introdução ao Google Sheets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645920"/>
            <a:ext cx="4663440" cy="4251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u="none">
                <a:solidFill>
                  <a:srgbClr val="222E40"/>
                </a:solidFill>
                <a:latin typeface="Aptos"/>
              </a:rPr>
              <a:t>O Google Sheets é uma planilha online gratuita, semelhante ao Excel, que faz parte do Google Drive. Permite criar, editar e compartilhar pela internet, sem instalar nada.</a:t>
            </a:r>
            <a:br/>
            <a:br/>
            <a:r>
              <a:rPr sz="1350" b="1" u="none">
                <a:solidFill>
                  <a:srgbClr val="222E40"/>
                </a:solidFill>
                <a:latin typeface="Aptos"/>
              </a:rPr>
              <a:t>Podemos usá-lo como banco de dados para criar e gerenciar os dados do aplicativo.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536192"/>
            <a:ext cx="2788920" cy="448056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37959" y="3090672"/>
            <a:ext cx="960120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665976" y="3447288"/>
            <a:ext cx="704088" cy="16459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65976" y="3648456"/>
            <a:ext cx="704088" cy="16459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65976" y="3849624"/>
            <a:ext cx="704088" cy="16459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9 / 65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O que significa a sigla CRUD?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874519"/>
            <a:ext cx="1817370" cy="3611880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rapezoid 7"/>
          <p:cNvSpPr/>
          <p:nvPr/>
        </p:nvSpPr>
        <p:spPr>
          <a:xfrm>
            <a:off x="1292733" y="2075688"/>
            <a:ext cx="548640" cy="548640"/>
          </a:xfrm>
          <a:prstGeom prst="trapezoid">
            <a:avLst/>
          </a:prstGeom>
          <a:solidFill>
            <a:srgbClr val="FFFFFF"/>
          </a:solidFill>
          <a:ln w="1397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92733" y="2185415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u="none">
                <a:solidFill>
                  <a:srgbClr val="222E4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807208"/>
            <a:ext cx="1524762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u="none">
                <a:solidFill>
                  <a:srgbClr val="222E40"/>
                </a:solidFill>
                <a:latin typeface="Aptos"/>
              </a:rPr>
              <a:t>C - Create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767328"/>
            <a:ext cx="1524762" cy="1581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u="none">
                <a:solidFill>
                  <a:srgbClr val="222E40"/>
                </a:solidFill>
                <a:latin typeface="Aptos"/>
              </a:rPr>
              <a:t>Criar novos registros.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8618" y="1874519"/>
            <a:ext cx="1817370" cy="3611880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rapezoid 12"/>
          <p:cNvSpPr/>
          <p:nvPr/>
        </p:nvSpPr>
        <p:spPr>
          <a:xfrm>
            <a:off x="3292983" y="2075688"/>
            <a:ext cx="548640" cy="548640"/>
          </a:xfrm>
          <a:prstGeom prst="trapezoid">
            <a:avLst/>
          </a:prstGeom>
          <a:solidFill>
            <a:srgbClr val="FFFFFF"/>
          </a:solidFill>
          <a:ln w="1397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2983" y="2185415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u="none">
                <a:solidFill>
                  <a:srgbClr val="222E40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4922" y="2807208"/>
            <a:ext cx="1524762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u="none">
                <a:solidFill>
                  <a:srgbClr val="222E40"/>
                </a:solidFill>
                <a:latin typeface="Aptos"/>
              </a:rPr>
              <a:t>R - 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4922" y="3767328"/>
            <a:ext cx="1524762" cy="1581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u="none">
                <a:solidFill>
                  <a:srgbClr val="222E40"/>
                </a:solidFill>
                <a:latin typeface="Aptos"/>
              </a:rPr>
              <a:t>Ler ou buscar registros.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58868" y="1874519"/>
            <a:ext cx="1817370" cy="3611880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rapezoid 17"/>
          <p:cNvSpPr/>
          <p:nvPr/>
        </p:nvSpPr>
        <p:spPr>
          <a:xfrm>
            <a:off x="5293233" y="2075688"/>
            <a:ext cx="548640" cy="548640"/>
          </a:xfrm>
          <a:prstGeom prst="trapezoid">
            <a:avLst/>
          </a:prstGeom>
          <a:solidFill>
            <a:srgbClr val="FFFFFF"/>
          </a:solidFill>
          <a:ln w="1397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93233" y="2185415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u="none">
                <a:solidFill>
                  <a:srgbClr val="222E40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5172" y="2807208"/>
            <a:ext cx="1524762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u="none">
                <a:solidFill>
                  <a:srgbClr val="222E40"/>
                </a:solidFill>
                <a:latin typeface="Aptos"/>
              </a:rPr>
              <a:t>U - Update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5172" y="3767328"/>
            <a:ext cx="1524762" cy="1581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u="none">
                <a:solidFill>
                  <a:srgbClr val="222E40"/>
                </a:solidFill>
                <a:latin typeface="Aptos"/>
              </a:rPr>
              <a:t>Atualizar ou editar registros.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59118" y="1874519"/>
            <a:ext cx="1817370" cy="3611880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rapezoid 22"/>
          <p:cNvSpPr/>
          <p:nvPr/>
        </p:nvSpPr>
        <p:spPr>
          <a:xfrm>
            <a:off x="7293483" y="2075688"/>
            <a:ext cx="548640" cy="548640"/>
          </a:xfrm>
          <a:prstGeom prst="trapezoid">
            <a:avLst/>
          </a:prstGeom>
          <a:solidFill>
            <a:srgbClr val="FFFFFF"/>
          </a:solidFill>
          <a:ln w="1397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93483" y="2185415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u="none">
                <a:solidFill>
                  <a:srgbClr val="222E40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05422" y="2807208"/>
            <a:ext cx="1524762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u="none">
                <a:solidFill>
                  <a:srgbClr val="222E40"/>
                </a:solidFill>
                <a:latin typeface="Aptos"/>
              </a:rPr>
              <a:t>D - Delete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05422" y="3767328"/>
            <a:ext cx="1524762" cy="1581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u="none">
                <a:solidFill>
                  <a:srgbClr val="222E40"/>
                </a:solidFill>
                <a:latin typeface="Aptos"/>
              </a:rPr>
              <a:t>Excluir registros.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10 / 65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CRUD: C - Create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49808" y="2560320"/>
            <a:ext cx="1005840" cy="1005840"/>
          </a:xfrm>
          <a:prstGeom prst="ellipse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283464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u="none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93392" y="2606040"/>
            <a:ext cx="28346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u="none">
                <a:solidFill>
                  <a:srgbClr val="222E40"/>
                </a:solidFill>
                <a:latin typeface="Aptos"/>
              </a:rPr>
              <a:t>Criar novos registros.</a:t>
            </a:r>
            <a:br/>
            <a:br/>
            <a:r>
              <a:rPr sz="1800" b="1" u="none">
                <a:solidFill>
                  <a:srgbClr val="222E40"/>
                </a:solidFill>
                <a:latin typeface="Aptos"/>
              </a:rPr>
              <a:t>As operações CRUD são a base da manipulação de dados em praticamente qualquer sistema.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1444752"/>
            <a:ext cx="2880360" cy="452628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igura17_cri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2331720"/>
            <a:ext cx="2569464" cy="2615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11 / 65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CRUD: R - Read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49808" y="2560320"/>
            <a:ext cx="1005840" cy="1005840"/>
          </a:xfrm>
          <a:prstGeom prst="ellipse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283464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u="none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93392" y="2606040"/>
            <a:ext cx="28346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u="none">
                <a:solidFill>
                  <a:srgbClr val="222E40"/>
                </a:solidFill>
                <a:latin typeface="Aptos"/>
              </a:rPr>
              <a:t>Ler ou buscar registros já armazenados.</a:t>
            </a:r>
            <a:br/>
            <a:br/>
            <a:r>
              <a:rPr sz="1450" b="1" u="none">
                <a:solidFill>
                  <a:srgbClr val="222E40"/>
                </a:solidFill>
                <a:latin typeface="Aptos"/>
              </a:rPr>
              <a:t>As operações CRUD são a base da manipulação de dados em praticamente qualquer sistema.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1444752"/>
            <a:ext cx="2880360" cy="452628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igura17_r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2331720"/>
            <a:ext cx="2569464" cy="2615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12 / 65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CRUD: U - Update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49808" y="2560320"/>
            <a:ext cx="1005840" cy="1005840"/>
          </a:xfrm>
          <a:prstGeom prst="ellipse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283464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u="none">
                <a:solidFill>
                  <a:srgbClr val="FFFFFF"/>
                </a:solidFill>
                <a:latin typeface="Aptos"/>
              </a:rPr>
              <a:t>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93392" y="2606040"/>
            <a:ext cx="28346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u="none">
                <a:solidFill>
                  <a:srgbClr val="222E40"/>
                </a:solidFill>
                <a:latin typeface="Aptos"/>
              </a:rPr>
              <a:t>Atualizar ou editar registros existentes.</a:t>
            </a:r>
            <a:br/>
            <a:br/>
            <a:r>
              <a:rPr sz="1450" b="1" u="none">
                <a:solidFill>
                  <a:srgbClr val="222E40"/>
                </a:solidFill>
                <a:latin typeface="Aptos"/>
              </a:rPr>
              <a:t>As operações CRUD são a base da manipulação de dados em praticamente qualquer sistema.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1444752"/>
            <a:ext cx="2880360" cy="452628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igura17_upd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2331720"/>
            <a:ext cx="2569464" cy="2615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13 / 65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CRUD: D - Delete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49808" y="2560320"/>
            <a:ext cx="1005840" cy="1005840"/>
          </a:xfrm>
          <a:prstGeom prst="ellipse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283464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u="none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93392" y="2606040"/>
            <a:ext cx="28346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u="none">
                <a:solidFill>
                  <a:srgbClr val="222E40"/>
                </a:solidFill>
                <a:latin typeface="Aptos"/>
              </a:rPr>
              <a:t>Excluir registros.</a:t>
            </a:r>
            <a:br/>
            <a:br/>
            <a:r>
              <a:rPr sz="1800" b="1" u="none">
                <a:solidFill>
                  <a:srgbClr val="222E40"/>
                </a:solidFill>
                <a:latin typeface="Aptos"/>
              </a:rPr>
              <a:t>As operações CRUD são a base da manipulação de dados em praticamente qualquer sistema.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1444752"/>
            <a:ext cx="2880360" cy="452628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igura17_dele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2331720"/>
            <a:ext cx="2569464" cy="2615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14 / 65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Resumo do Fluxo de Dados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2423160"/>
            <a:ext cx="1920240" cy="182880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3081528"/>
            <a:ext cx="1700784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u="none">
                <a:solidFill>
                  <a:srgbClr val="222E40"/>
                </a:solidFill>
                <a:latin typeface="Aptos"/>
              </a:rPr>
              <a:t>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2423160"/>
            <a:ext cx="1920240" cy="182880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21608" y="3081528"/>
            <a:ext cx="1700784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u="none">
                <a:solidFill>
                  <a:srgbClr val="222E40"/>
                </a:solidFill>
                <a:latin typeface="Aptos"/>
              </a:rPr>
              <a:t>Google Sheets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65392" y="2423160"/>
            <a:ext cx="1737360" cy="182880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3081528"/>
            <a:ext cx="1517904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u="none">
                <a:solidFill>
                  <a:srgbClr val="222E40"/>
                </a:solidFill>
                <a:latin typeface="Aptos"/>
              </a:rPr>
              <a:t>Dados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788920" y="2926080"/>
            <a:ext cx="566928" cy="594360"/>
          </a:xfrm>
          <a:prstGeom prst="rightArrow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5760720" y="2926080"/>
            <a:ext cx="566928" cy="594360"/>
          </a:xfrm>
          <a:prstGeom prst="rightArrow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4892040"/>
            <a:ext cx="781812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0" u="none">
                <a:solidFill>
                  <a:srgbClr val="222E40"/>
                </a:solidFill>
                <a:latin typeface="Aptos"/>
              </a:rPr>
              <a:t>O Google Sheets pode funcionar como o banco de dados do aplicativo, permitindo criar e gerenciar os dados e realizar as operações CRUD.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15 / 65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u="none">
                <a:solidFill>
                  <a:srgbClr val="FFFFFF"/>
                </a:solidFill>
                <a:latin typeface="Aptos"/>
              </a:rPr>
              <a:t>Atividade Prática: Perguntas e Histórias de Usuário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691640"/>
            <a:ext cx="3749039" cy="4069080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rapezoid 9"/>
          <p:cNvSpPr/>
          <p:nvPr/>
        </p:nvSpPr>
        <p:spPr>
          <a:xfrm>
            <a:off x="2258568" y="1892808"/>
            <a:ext cx="548640" cy="548640"/>
          </a:xfrm>
          <a:prstGeom prst="trapezoid">
            <a:avLst/>
          </a:prstGeom>
          <a:solidFill>
            <a:srgbClr val="FFFFFF"/>
          </a:solidFill>
          <a:ln w="1397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58568" y="2002536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u="none">
                <a:solidFill>
                  <a:srgbClr val="222E40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624328"/>
            <a:ext cx="3456432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u="none">
                <a:solidFill>
                  <a:srgbClr val="222E40"/>
                </a:solidFill>
                <a:latin typeface="Aptos"/>
              </a:rPr>
              <a:t>Perguntas para os clientes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584448"/>
            <a:ext cx="3456432" cy="2039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u="none">
                <a:solidFill>
                  <a:srgbClr val="222E40"/>
                </a:solidFill>
                <a:latin typeface="Aptos"/>
              </a:rPr>
              <a:t>Cada equipe deve preparar um conjunto de perguntas sobre o App para fazer aos clientes.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36592" y="1691640"/>
            <a:ext cx="3749039" cy="4069080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rapezoid 14"/>
          <p:cNvSpPr/>
          <p:nvPr/>
        </p:nvSpPr>
        <p:spPr>
          <a:xfrm>
            <a:off x="6336792" y="1892808"/>
            <a:ext cx="548640" cy="548640"/>
          </a:xfrm>
          <a:prstGeom prst="trapezoid">
            <a:avLst/>
          </a:prstGeom>
          <a:solidFill>
            <a:srgbClr val="FFFFFF"/>
          </a:solidFill>
          <a:ln w="1397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36792" y="2002536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u="none">
                <a:solidFill>
                  <a:srgbClr val="222E40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2896" y="2624328"/>
            <a:ext cx="3456432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u="none">
                <a:solidFill>
                  <a:srgbClr val="222E40"/>
                </a:solidFill>
                <a:latin typeface="Aptos"/>
              </a:rPr>
              <a:t>Histórias de usuário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2896" y="3584448"/>
            <a:ext cx="3456432" cy="2039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u="none">
                <a:solidFill>
                  <a:srgbClr val="222E40"/>
                </a:solidFill>
                <a:latin typeface="Aptos"/>
              </a:rPr>
              <a:t>Cada equipe deve criar histórias de usuário baseado nas entrevistas com o cliente.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u="none">
                <a:solidFill>
                  <a:srgbClr val="606E84"/>
                </a:solidFill>
                <a:latin typeface="Aptos"/>
              </a:rPr>
              <a:t>16 / 65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Preparando nossa 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645920"/>
            <a:ext cx="4663440" cy="4251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1" u="none">
                <a:solidFill>
                  <a:srgbClr val="222E40"/>
                </a:solidFill>
                <a:latin typeface="Aptos"/>
              </a:rPr>
              <a:t>Passo 1: Faça login na sua conta Google.</a:t>
            </a:r>
            <a:br/>
            <a:br/>
            <a:r>
              <a:rPr sz="1550" b="1" u="none">
                <a:solidFill>
                  <a:srgbClr val="222E40"/>
                </a:solidFill>
                <a:latin typeface="Aptos"/>
              </a:rPr>
              <a:t>Esse acesso permite criar, editar e compartilhar a planilha que será usada pelo aplicativo.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536192"/>
            <a:ext cx="2788920" cy="448056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611112" y="3182112"/>
            <a:ext cx="347472" cy="347472"/>
          </a:xfrm>
          <a:prstGeom prst="ellipse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159752" y="3182112"/>
            <a:ext cx="347472" cy="347472"/>
          </a:xfrm>
          <a:prstGeom prst="ellipse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92240" y="3703320"/>
            <a:ext cx="603504" cy="146304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040880" y="3703320"/>
            <a:ext cx="603504" cy="146304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17 / 65</a:t>
            </a:r>
          </a:p>
        </p:txBody>
      </p:sp>
      <p:sp>
        <p:nvSpPr>
          <p:cNvPr id="16" name="AppClicks Day Marker Label"/>
          <p:cNvSpPr txBox="1"/>
          <p:nvPr/>
        </p:nvSpPr>
        <p:spPr>
          <a:xfrm>
            <a:off x="7333488" y="411480"/>
            <a:ext cx="117043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Acessando o Google Sheets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645920"/>
            <a:ext cx="4663440" cy="4251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50" b="1" u="none">
                <a:solidFill>
                  <a:srgbClr val="222E40"/>
                </a:solidFill>
                <a:latin typeface="Aptos"/>
              </a:rPr>
              <a:t>Passo 2: Acesse https://sheets.google.com.</a:t>
            </a:r>
            <a:br/>
            <a:br/>
            <a:r>
              <a:rPr sz="1750" b="1" u="none">
                <a:solidFill>
                  <a:srgbClr val="222E40"/>
                </a:solidFill>
                <a:latin typeface="Aptos"/>
              </a:rPr>
              <a:t>O Google Sheets faz parte do Google Drive e funciona diretamente pela internet.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536192"/>
            <a:ext cx="2788920" cy="448056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37959" y="3090672"/>
            <a:ext cx="960120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665976" y="3447288"/>
            <a:ext cx="704088" cy="16459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65976" y="3648456"/>
            <a:ext cx="704088" cy="16459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65976" y="3849624"/>
            <a:ext cx="704088" cy="16459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18 / 65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Iniciando o Projeto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2497528"/>
            <a:ext cx="4572000" cy="258532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 lang="pt-BR" sz="2100" b="1" u="none" dirty="0">
              <a:solidFill>
                <a:srgbClr val="222E40"/>
              </a:solidFill>
              <a:latin typeface="Aptos"/>
            </a:endParaRPr>
          </a:p>
          <a:p>
            <a:pPr algn="l"/>
            <a:endParaRPr lang="pt-BR" sz="2100" b="1" dirty="0">
              <a:solidFill>
                <a:srgbClr val="222E40"/>
              </a:solidFill>
              <a:latin typeface="Aptos"/>
            </a:endParaRPr>
          </a:p>
          <a:p>
            <a:pPr algn="l"/>
            <a:endParaRPr lang="pt-BR" sz="2100" b="1" u="none" dirty="0">
              <a:solidFill>
                <a:srgbClr val="222E40"/>
              </a:solidFill>
              <a:latin typeface="Aptos"/>
            </a:endParaRPr>
          </a:p>
          <a:p>
            <a:pPr algn="l"/>
            <a:endParaRPr lang="pt-BR" sz="2100" b="1" dirty="0">
              <a:solidFill>
                <a:srgbClr val="222E40"/>
              </a:solidFill>
              <a:latin typeface="Aptos"/>
            </a:endParaRPr>
          </a:p>
          <a:p>
            <a:pPr algn="l"/>
            <a:endParaRPr lang="pt-BR" sz="2100" b="1" u="none" dirty="0">
              <a:solidFill>
                <a:srgbClr val="222E40"/>
              </a:solidFill>
              <a:latin typeface="Aptos"/>
            </a:endParaRPr>
          </a:p>
          <a:p>
            <a:pPr algn="l"/>
            <a:endParaRPr lang="pt-BR" sz="2100" b="1" dirty="0">
              <a:solidFill>
                <a:srgbClr val="222E40"/>
              </a:solidFill>
              <a:latin typeface="Aptos"/>
            </a:endParaRPr>
          </a:p>
          <a:p>
            <a:pPr algn="l"/>
            <a:r>
              <a:rPr sz="2100" b="1" u="none" dirty="0">
                <a:solidFill>
                  <a:srgbClr val="222E40"/>
                </a:solidFill>
                <a:latin typeface="Aptos"/>
              </a:rPr>
              <a:t>Passo 3: Clique </a:t>
            </a:r>
            <a:r>
              <a:rPr sz="2100" b="1" u="none" dirty="0" err="1">
                <a:solidFill>
                  <a:srgbClr val="222E40"/>
                </a:solidFill>
                <a:latin typeface="Aptos"/>
              </a:rPr>
              <a:t>em</a:t>
            </a:r>
            <a:r>
              <a:rPr sz="2100" b="1" u="none" dirty="0">
                <a:solidFill>
                  <a:srgbClr val="222E40"/>
                </a:solidFill>
                <a:latin typeface="Aptos"/>
              </a:rPr>
              <a:t> “</a:t>
            </a:r>
            <a:r>
              <a:rPr sz="2100" b="1" u="none" dirty="0" err="1">
                <a:solidFill>
                  <a:srgbClr val="222E40"/>
                </a:solidFill>
                <a:latin typeface="Aptos"/>
              </a:rPr>
              <a:t>Planilha</a:t>
            </a:r>
            <a:r>
              <a:rPr sz="2100" b="1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2100" b="1" u="none" dirty="0" err="1">
                <a:solidFill>
                  <a:srgbClr val="222E40"/>
                </a:solidFill>
                <a:latin typeface="Aptos"/>
              </a:rPr>
              <a:t>em</a:t>
            </a:r>
            <a:r>
              <a:rPr sz="2100" b="1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2100" b="1" u="none" dirty="0" err="1">
                <a:solidFill>
                  <a:srgbClr val="222E40"/>
                </a:solidFill>
                <a:latin typeface="Aptos"/>
              </a:rPr>
              <a:t>branco</a:t>
            </a:r>
            <a:r>
              <a:rPr sz="2100" b="1" u="none" dirty="0">
                <a:solidFill>
                  <a:srgbClr val="222E40"/>
                </a:solidFill>
                <a:latin typeface="Aptos"/>
              </a:rPr>
              <a:t>” para </a:t>
            </a:r>
            <a:r>
              <a:rPr sz="2100" b="1" u="none" dirty="0" err="1">
                <a:solidFill>
                  <a:srgbClr val="222E40"/>
                </a:solidFill>
                <a:latin typeface="Aptos"/>
              </a:rPr>
              <a:t>criar</a:t>
            </a:r>
            <a:r>
              <a:rPr sz="2100" b="1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2100" b="1" u="none" dirty="0" err="1">
                <a:solidFill>
                  <a:srgbClr val="222E40"/>
                </a:solidFill>
                <a:latin typeface="Aptos"/>
              </a:rPr>
              <a:t>uma</a:t>
            </a:r>
            <a:r>
              <a:rPr sz="2100" b="1" u="none" dirty="0">
                <a:solidFill>
                  <a:srgbClr val="222E40"/>
                </a:solidFill>
                <a:latin typeface="Aptos"/>
              </a:rPr>
              <a:t> nova </a:t>
            </a:r>
            <a:r>
              <a:rPr sz="2100" b="1" u="none" dirty="0" err="1">
                <a:solidFill>
                  <a:srgbClr val="222E40"/>
                </a:solidFill>
                <a:latin typeface="Aptos"/>
              </a:rPr>
              <a:t>planilha</a:t>
            </a:r>
            <a:r>
              <a:rPr sz="2100" b="1" u="none" dirty="0">
                <a:solidFill>
                  <a:srgbClr val="222E40"/>
                </a:solidFill>
                <a:latin typeface="Aptos"/>
              </a:rPr>
              <a:t>.</a:t>
            </a:r>
          </a:p>
        </p:txBody>
      </p:sp>
      <p:pic>
        <p:nvPicPr>
          <p:cNvPr id="9" name="Picture 8" descr="figura18_she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02" y="1671421"/>
            <a:ext cx="9083498" cy="215243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19 / 65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A Estrutura da Tabela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645920"/>
            <a:ext cx="4663440" cy="4251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1" u="none">
                <a:solidFill>
                  <a:srgbClr val="222E40"/>
                </a:solidFill>
                <a:latin typeface="Aptos"/>
              </a:rPr>
              <a:t>Na primeira linha da planilha, coloque os nomes dos campos, como se fossem os nomes das colunas de um banco de dados.</a:t>
            </a:r>
            <a:br/>
            <a:br/>
            <a:r>
              <a:rPr sz="1550" b="1" u="none">
                <a:solidFill>
                  <a:srgbClr val="222E40"/>
                </a:solidFill>
                <a:latin typeface="Aptos"/>
              </a:rPr>
              <a:t>Cada linha abaixo será um registro de dados.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536192"/>
            <a:ext cx="2788920" cy="448056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37959" y="3090672"/>
            <a:ext cx="960120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665976" y="3447288"/>
            <a:ext cx="704088" cy="16459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65976" y="3648456"/>
            <a:ext cx="704088" cy="16459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65976" y="3849624"/>
            <a:ext cx="704088" cy="16459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20 / 65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Definindo os Campos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645920"/>
            <a:ext cx="4663440" cy="4251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1" u="none">
                <a:solidFill>
                  <a:srgbClr val="222E40"/>
                </a:solidFill>
                <a:latin typeface="Aptos"/>
              </a:rPr>
              <a:t>A primeira linha será o cabeçalho, ou seja, o título das colunas.</a:t>
            </a:r>
            <a:br/>
            <a:br/>
            <a:r>
              <a:rPr sz="1550" b="1" u="none">
                <a:solidFill>
                  <a:srgbClr val="222E40"/>
                </a:solidFill>
                <a:latin typeface="Aptos"/>
              </a:rPr>
              <a:t>Exemplos de campos: ID, Nome, E-mail, Data de cadastro e Status.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536192"/>
            <a:ext cx="2788920" cy="448056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37959" y="3090672"/>
            <a:ext cx="960120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665976" y="3447288"/>
            <a:ext cx="704088" cy="16459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65976" y="3648456"/>
            <a:ext cx="704088" cy="16459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65976" y="3849624"/>
            <a:ext cx="704088" cy="16459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21 / 65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Exemplo de Cabeçalho Correto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1" y="2605248"/>
            <a:ext cx="8449057" cy="2369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 lang="pt-BR" sz="1700" b="1" u="none" dirty="0">
              <a:solidFill>
                <a:srgbClr val="222E40"/>
              </a:solidFill>
              <a:latin typeface="Aptos"/>
            </a:endParaRPr>
          </a:p>
          <a:p>
            <a:pPr algn="l"/>
            <a:endParaRPr lang="pt-BR" sz="1700" b="1" dirty="0">
              <a:solidFill>
                <a:srgbClr val="222E40"/>
              </a:solidFill>
              <a:latin typeface="Aptos"/>
            </a:endParaRPr>
          </a:p>
          <a:p>
            <a:pPr algn="l"/>
            <a:endParaRPr lang="pt-BR" sz="1700" b="1" u="none" dirty="0">
              <a:solidFill>
                <a:srgbClr val="222E40"/>
              </a:solidFill>
              <a:latin typeface="Aptos"/>
            </a:endParaRPr>
          </a:p>
          <a:p>
            <a:pPr algn="l"/>
            <a:endParaRPr lang="pt-BR" sz="1700" b="1" dirty="0">
              <a:solidFill>
                <a:srgbClr val="222E40"/>
              </a:solidFill>
              <a:latin typeface="Aptos"/>
            </a:endParaRPr>
          </a:p>
          <a:p>
            <a:pPr algn="l"/>
            <a:endParaRPr lang="pt-BR" sz="1700" b="1" u="none" dirty="0">
              <a:solidFill>
                <a:srgbClr val="222E40"/>
              </a:solidFill>
              <a:latin typeface="Aptos"/>
            </a:endParaRPr>
          </a:p>
          <a:p>
            <a:pPr algn="l"/>
            <a:endParaRPr lang="pt-BR" sz="1700" b="1" dirty="0">
              <a:solidFill>
                <a:srgbClr val="222E40"/>
              </a:solidFill>
              <a:latin typeface="Aptos"/>
            </a:endParaRPr>
          </a:p>
          <a:p>
            <a:pPr algn="l"/>
            <a:r>
              <a:rPr sz="1700" b="1" u="none" dirty="0">
                <a:solidFill>
                  <a:srgbClr val="222E40"/>
                </a:solidFill>
                <a:latin typeface="Aptos"/>
              </a:rPr>
              <a:t>Na </a:t>
            </a:r>
            <a:r>
              <a:rPr sz="1700" b="1" u="none" dirty="0" err="1">
                <a:solidFill>
                  <a:srgbClr val="222E40"/>
                </a:solidFill>
                <a:latin typeface="Aptos"/>
              </a:rPr>
              <a:t>linha</a:t>
            </a:r>
            <a:r>
              <a:rPr sz="1700" b="1" u="none" dirty="0">
                <a:solidFill>
                  <a:srgbClr val="222E40"/>
                </a:solidFill>
                <a:latin typeface="Aptos"/>
              </a:rPr>
              <a:t> 1, use </a:t>
            </a:r>
            <a:r>
              <a:rPr sz="1700" b="1" u="none" dirty="0" err="1">
                <a:solidFill>
                  <a:srgbClr val="222E40"/>
                </a:solidFill>
                <a:latin typeface="Aptos"/>
              </a:rPr>
              <a:t>os</a:t>
            </a:r>
            <a:r>
              <a:rPr sz="1700" b="1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700" b="1" u="none" dirty="0" err="1">
                <a:solidFill>
                  <a:srgbClr val="222E40"/>
                </a:solidFill>
                <a:latin typeface="Aptos"/>
              </a:rPr>
              <a:t>nomes</a:t>
            </a:r>
            <a:r>
              <a:rPr sz="1700" b="1" u="none" dirty="0">
                <a:solidFill>
                  <a:srgbClr val="222E40"/>
                </a:solidFill>
                <a:latin typeface="Aptos"/>
              </a:rPr>
              <a:t> dos campos </a:t>
            </a:r>
            <a:r>
              <a:rPr sz="1700" b="1" u="none" dirty="0" err="1">
                <a:solidFill>
                  <a:srgbClr val="222E40"/>
                </a:solidFill>
                <a:latin typeface="Aptos"/>
              </a:rPr>
              <a:t>como</a:t>
            </a:r>
            <a:r>
              <a:rPr sz="1700" b="1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700" b="1" u="none" dirty="0" err="1">
                <a:solidFill>
                  <a:srgbClr val="222E40"/>
                </a:solidFill>
                <a:latin typeface="Aptos"/>
              </a:rPr>
              <a:t>títulos</a:t>
            </a:r>
            <a:r>
              <a:rPr sz="1700" b="1" u="none" dirty="0">
                <a:solidFill>
                  <a:srgbClr val="222E40"/>
                </a:solidFill>
                <a:latin typeface="Aptos"/>
              </a:rPr>
              <a:t> das </a:t>
            </a:r>
            <a:r>
              <a:rPr sz="1700" b="1" u="none" dirty="0" err="1">
                <a:solidFill>
                  <a:srgbClr val="222E40"/>
                </a:solidFill>
                <a:latin typeface="Aptos"/>
              </a:rPr>
              <a:t>colunas</a:t>
            </a:r>
            <a:r>
              <a:rPr sz="1700" b="1" u="none" dirty="0">
                <a:solidFill>
                  <a:srgbClr val="222E40"/>
                </a:solidFill>
                <a:latin typeface="Aptos"/>
              </a:rPr>
              <a:t>.</a:t>
            </a:r>
            <a:br>
              <a:rPr dirty="0"/>
            </a:br>
            <a:br>
              <a:rPr dirty="0"/>
            </a:br>
            <a:r>
              <a:rPr sz="1700" b="1" u="none" dirty="0" err="1">
                <a:solidFill>
                  <a:srgbClr val="222E40"/>
                </a:solidFill>
                <a:latin typeface="Aptos"/>
              </a:rPr>
              <a:t>Exemplo</a:t>
            </a:r>
            <a:r>
              <a:rPr sz="1700" b="1" u="none" dirty="0">
                <a:solidFill>
                  <a:srgbClr val="222E40"/>
                </a:solidFill>
                <a:latin typeface="Aptos"/>
              </a:rPr>
              <a:t>: ID, Nome, E-mail, Data de </a:t>
            </a:r>
            <a:r>
              <a:rPr sz="1700" b="1" u="none" dirty="0" err="1">
                <a:solidFill>
                  <a:srgbClr val="222E40"/>
                </a:solidFill>
                <a:latin typeface="Aptos"/>
              </a:rPr>
              <a:t>cadastro</a:t>
            </a:r>
            <a:r>
              <a:rPr sz="1700" b="1" u="none" dirty="0">
                <a:solidFill>
                  <a:srgbClr val="222E40"/>
                </a:solidFill>
                <a:latin typeface="Aptos"/>
              </a:rPr>
              <a:t> e Status.</a:t>
            </a:r>
          </a:p>
        </p:txBody>
      </p:sp>
      <p:pic>
        <p:nvPicPr>
          <p:cNvPr id="9" name="Picture 8" descr="figura19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" y="1803474"/>
            <a:ext cx="9070848" cy="9951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22 / 65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Povoando as Tabelas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645920"/>
            <a:ext cx="4663440" cy="4251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50" b="1" u="none">
                <a:solidFill>
                  <a:srgbClr val="222E40"/>
                </a:solidFill>
                <a:latin typeface="Aptos"/>
              </a:rPr>
              <a:t>A partir da linha 2, comece a inserir os dados.</a:t>
            </a:r>
            <a:br/>
            <a:br/>
            <a:r>
              <a:rPr sz="1750" b="1" u="none">
                <a:solidFill>
                  <a:srgbClr val="222E40"/>
                </a:solidFill>
                <a:latin typeface="Aptos"/>
              </a:rPr>
              <a:t>Cada linha abaixo do cabeçalho representa um registro.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536192"/>
            <a:ext cx="2788920" cy="448056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37959" y="3090672"/>
            <a:ext cx="960120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665976" y="3447288"/>
            <a:ext cx="704088" cy="16459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65976" y="3648456"/>
            <a:ext cx="704088" cy="16459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65976" y="3849624"/>
            <a:ext cx="704088" cy="16459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23 / 65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Exemplo de Dados Preenchidos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4575088"/>
            <a:ext cx="7496972" cy="6694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u="none" dirty="0" err="1">
                <a:solidFill>
                  <a:srgbClr val="222E40"/>
                </a:solidFill>
                <a:latin typeface="Aptos"/>
              </a:rPr>
              <a:t>Linhas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2 e 3:</a:t>
            </a:r>
            <a:br>
              <a:rPr dirty="0"/>
            </a:br>
            <a:r>
              <a:rPr sz="1450" b="1" u="none" dirty="0">
                <a:solidFill>
                  <a:srgbClr val="222E40"/>
                </a:solidFill>
                <a:latin typeface="Aptos"/>
              </a:rPr>
              <a:t>ID 1 — João da Silva — joao@email.com — 10/11/2025 —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Ativo</a:t>
            </a:r>
            <a:br>
              <a:rPr dirty="0"/>
            </a:br>
            <a:r>
              <a:rPr sz="1450" b="1" u="none" dirty="0">
                <a:solidFill>
                  <a:srgbClr val="222E40"/>
                </a:solidFill>
                <a:latin typeface="Aptos"/>
              </a:rPr>
              <a:t>ID 2 — Ana Pereira — ana@email.com — 11/11/2025 —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Inativo</a:t>
            </a:r>
            <a:endParaRPr sz="1450" b="1" u="none" dirty="0">
              <a:solidFill>
                <a:srgbClr val="222E40"/>
              </a:solidFill>
              <a:latin typeface="Aptos"/>
            </a:endParaRPr>
          </a:p>
        </p:txBody>
      </p:sp>
      <p:pic>
        <p:nvPicPr>
          <p:cNvPr id="9" name="Picture 8" descr="figura20_d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1197864"/>
            <a:ext cx="9025128" cy="24704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24 / 65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Organizando a Planilha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645920"/>
            <a:ext cx="4663440" cy="4251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50" b="1" u="none">
                <a:solidFill>
                  <a:srgbClr val="222E40"/>
                </a:solidFill>
                <a:latin typeface="Aptos"/>
              </a:rPr>
              <a:t>Renomeie a aba inferior, chamada de página pelo Google Sheets, para um nome que identifique os dados armazenados.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536192"/>
            <a:ext cx="2788920" cy="448056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37959" y="3090672"/>
            <a:ext cx="960120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665976" y="3447288"/>
            <a:ext cx="704088" cy="16459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65976" y="3648456"/>
            <a:ext cx="704088" cy="16459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65976" y="3849624"/>
            <a:ext cx="704088" cy="16459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25 / 65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Renomeando uma Aba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5250423"/>
            <a:ext cx="7882128" cy="7232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u="none" dirty="0" err="1">
                <a:solidFill>
                  <a:srgbClr val="222E40"/>
                </a:solidFill>
                <a:latin typeface="Aptos"/>
              </a:rPr>
              <a:t>Renomeie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a aba inferior “Página1” para “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Cliente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”.</a:t>
            </a:r>
            <a:br>
              <a:rPr dirty="0"/>
            </a:br>
            <a:br>
              <a:rPr dirty="0"/>
            </a:br>
            <a:r>
              <a:rPr sz="1450" b="1" u="none" dirty="0" err="1">
                <a:solidFill>
                  <a:srgbClr val="222E40"/>
                </a:solidFill>
                <a:latin typeface="Aptos"/>
              </a:rPr>
              <a:t>Depois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crie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novas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abas para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Agendamentos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, Serviços e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outras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tabelas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26 / 65</a:t>
            </a:r>
          </a:p>
        </p:txBody>
      </p:sp>
      <p:pic>
        <p:nvPicPr>
          <p:cNvPr id="12" name="Picture 11" descr="p29_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3" y="1225296"/>
            <a:ext cx="8835874" cy="303535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u="none">
                <a:solidFill>
                  <a:srgbClr val="FFFFFF"/>
                </a:solidFill>
                <a:latin typeface="Aptos"/>
              </a:rPr>
              <a:t>Criando Múltiplas Páginas para Múltiplas Tabelas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2201291"/>
            <a:ext cx="8174736" cy="31777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 lang="pt-BR" sz="1450" b="1" u="none" dirty="0">
              <a:solidFill>
                <a:srgbClr val="222E40"/>
              </a:solidFill>
              <a:latin typeface="Aptos"/>
            </a:endParaRPr>
          </a:p>
          <a:p>
            <a:pPr algn="l"/>
            <a:endParaRPr lang="pt-BR" sz="1450" b="1" dirty="0">
              <a:solidFill>
                <a:srgbClr val="222E40"/>
              </a:solidFill>
              <a:latin typeface="Aptos"/>
            </a:endParaRPr>
          </a:p>
          <a:p>
            <a:pPr algn="l"/>
            <a:endParaRPr lang="pt-BR" sz="1450" b="1" u="none" dirty="0">
              <a:solidFill>
                <a:srgbClr val="222E40"/>
              </a:solidFill>
              <a:latin typeface="Aptos"/>
            </a:endParaRPr>
          </a:p>
          <a:p>
            <a:pPr algn="l"/>
            <a:endParaRPr lang="pt-BR" sz="1450" b="1" dirty="0">
              <a:solidFill>
                <a:srgbClr val="222E40"/>
              </a:solidFill>
              <a:latin typeface="Aptos"/>
            </a:endParaRPr>
          </a:p>
          <a:p>
            <a:pPr algn="l"/>
            <a:endParaRPr lang="pt-BR" sz="1450" b="1" u="none" dirty="0">
              <a:solidFill>
                <a:srgbClr val="222E40"/>
              </a:solidFill>
              <a:latin typeface="Aptos"/>
            </a:endParaRPr>
          </a:p>
          <a:p>
            <a:pPr algn="l"/>
            <a:endParaRPr lang="pt-BR" sz="1450" b="1" dirty="0">
              <a:solidFill>
                <a:srgbClr val="222E40"/>
              </a:solidFill>
              <a:latin typeface="Aptos"/>
            </a:endParaRPr>
          </a:p>
          <a:p>
            <a:pPr algn="l"/>
            <a:endParaRPr lang="pt-BR" sz="1450" b="1" u="none" dirty="0">
              <a:solidFill>
                <a:srgbClr val="222E40"/>
              </a:solidFill>
              <a:latin typeface="Aptos"/>
            </a:endParaRPr>
          </a:p>
          <a:p>
            <a:pPr algn="l"/>
            <a:endParaRPr lang="pt-BR" sz="1450" b="1" dirty="0">
              <a:solidFill>
                <a:srgbClr val="222E40"/>
              </a:solidFill>
              <a:latin typeface="Aptos"/>
            </a:endParaRPr>
          </a:p>
          <a:p>
            <a:pPr algn="l"/>
            <a:endParaRPr lang="pt-BR" sz="1450" b="1" u="none" dirty="0">
              <a:solidFill>
                <a:srgbClr val="222E40"/>
              </a:solidFill>
              <a:latin typeface="Aptos"/>
            </a:endParaRPr>
          </a:p>
          <a:p>
            <a:pPr algn="l"/>
            <a:endParaRPr lang="pt-BR" sz="1450" b="1" dirty="0">
              <a:solidFill>
                <a:srgbClr val="222E40"/>
              </a:solidFill>
              <a:latin typeface="Aptos"/>
            </a:endParaRPr>
          </a:p>
          <a:p>
            <a:pPr algn="l"/>
            <a:endParaRPr lang="pt-BR" sz="1450" b="1" u="none" dirty="0">
              <a:solidFill>
                <a:srgbClr val="222E40"/>
              </a:solidFill>
              <a:latin typeface="Aptos"/>
            </a:endParaRPr>
          </a:p>
          <a:p>
            <a:pPr algn="l"/>
            <a:r>
              <a:rPr sz="1450" b="1" u="none" dirty="0" err="1">
                <a:solidFill>
                  <a:srgbClr val="222E40"/>
                </a:solidFill>
                <a:latin typeface="Aptos"/>
              </a:rPr>
              <a:t>Crie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uma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aba para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cada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tabela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ou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tipo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de dado,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como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Cliente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Agendamento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e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Serviço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.</a:t>
            </a:r>
            <a:br>
              <a:rPr dirty="0"/>
            </a:br>
            <a:br>
              <a:rPr dirty="0"/>
            </a:br>
            <a:r>
              <a:rPr sz="1450" b="1" u="none" dirty="0">
                <a:solidFill>
                  <a:srgbClr val="222E40"/>
                </a:solidFill>
                <a:latin typeface="Aptos"/>
              </a:rPr>
              <a:t>Com a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planilha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organizada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ela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estará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preparada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para se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conectar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ao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AppSheet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27 / 65</a:t>
            </a:r>
          </a:p>
        </p:txBody>
      </p:sp>
      <p:pic>
        <p:nvPicPr>
          <p:cNvPr id="12" name="Picture 11" descr="p30_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" y="1088136"/>
            <a:ext cx="9070848" cy="313103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AppClicks Day Marker Label"/>
          <p:cNvSpPr txBox="1"/>
          <p:nvPr/>
        </p:nvSpPr>
        <p:spPr>
          <a:xfrm>
            <a:off x="7333488" y="411480"/>
            <a:ext cx="117043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t>DIA 2</a:t>
            </a:r>
          </a:p>
        </p:txBody>
      </p:sp>
      <p:sp>
        <p:nvSpPr>
          <p:cNvPr id="24" name="AppClicks Day Marker Background"/>
          <p:cNvSpPr/>
          <p:nvPr/>
        </p:nvSpPr>
        <p:spPr>
          <a:xfrm>
            <a:off x="7333488" y="274320"/>
            <a:ext cx="1170432" cy="530352"/>
          </a:xfrm>
          <a:prstGeom prst="round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Boas Práticas - Regra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874519"/>
            <a:ext cx="7818120" cy="3383280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rapezoid 7"/>
          <p:cNvSpPr/>
          <p:nvPr/>
        </p:nvSpPr>
        <p:spPr>
          <a:xfrm>
            <a:off x="4293108" y="2075688"/>
            <a:ext cx="548640" cy="548640"/>
          </a:xfrm>
          <a:prstGeom prst="trapezoid">
            <a:avLst/>
          </a:prstGeom>
          <a:solidFill>
            <a:srgbClr val="FFFFFF"/>
          </a:solidFill>
          <a:ln w="1397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3108" y="2185415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u="none">
                <a:solidFill>
                  <a:srgbClr val="222E4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807208"/>
            <a:ext cx="7525512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u="none">
                <a:solidFill>
                  <a:srgbClr val="222E40"/>
                </a:solidFill>
                <a:latin typeface="Aptos"/>
              </a:rPr>
              <a:t>Uma aba para cada tipo de dado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767328"/>
            <a:ext cx="7525512" cy="1353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u="none">
                <a:solidFill>
                  <a:srgbClr val="222E40"/>
                </a:solidFill>
                <a:latin typeface="Aptos"/>
              </a:rPr>
              <a:t>Evite misturar dados. Separe as entidades em abas Cliente, Agendamento e Serviço.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28 / 65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u="none">
                <a:solidFill>
                  <a:srgbClr val="FFFFFF"/>
                </a:solidFill>
                <a:latin typeface="Aptos"/>
              </a:rPr>
              <a:t>Boas Práticas - Regra 2: Chaves Primárias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645920"/>
            <a:ext cx="4663440" cy="4251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1" u="none">
                <a:solidFill>
                  <a:srgbClr val="222E40"/>
                </a:solidFill>
                <a:latin typeface="Aptos"/>
              </a:rPr>
              <a:t>Cada linha deve ter um identificador único, o ID.</a:t>
            </a:r>
            <a:br/>
            <a:br/>
            <a:r>
              <a:rPr sz="1550" b="1" u="none">
                <a:solidFill>
                  <a:srgbClr val="222E40"/>
                </a:solidFill>
                <a:latin typeface="Aptos"/>
              </a:rPr>
              <a:t>Evite usar palavras como identificadores, pois elas podem se repetir ou mudar. Prefira caracteres e números gerados aleatoriamente.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536192"/>
            <a:ext cx="2788920" cy="448056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92240" y="3063239"/>
            <a:ext cx="1143000" cy="1143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rc 9"/>
          <p:cNvSpPr/>
          <p:nvPr/>
        </p:nvSpPr>
        <p:spPr>
          <a:xfrm>
            <a:off x="6729983" y="3273552"/>
            <a:ext cx="667512" cy="201168"/>
          </a:xfrm>
          <a:prstGeom prst="arc">
            <a:avLst/>
          </a:prstGeom>
          <a:noFill/>
          <a:ln w="2540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rc 10"/>
          <p:cNvSpPr/>
          <p:nvPr/>
        </p:nvSpPr>
        <p:spPr>
          <a:xfrm>
            <a:off x="6729983" y="3529584"/>
            <a:ext cx="667512" cy="201168"/>
          </a:xfrm>
          <a:prstGeom prst="arc">
            <a:avLst/>
          </a:prstGeom>
          <a:noFill/>
          <a:ln w="2540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rc 11"/>
          <p:cNvSpPr/>
          <p:nvPr/>
        </p:nvSpPr>
        <p:spPr>
          <a:xfrm>
            <a:off x="6729983" y="3785615"/>
            <a:ext cx="667512" cy="201168"/>
          </a:xfrm>
          <a:prstGeom prst="arc">
            <a:avLst/>
          </a:prstGeom>
          <a:noFill/>
          <a:ln w="2540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29 / 65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A Função UNIQUEID()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645920"/>
            <a:ext cx="4663440" cy="4251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1" u="none">
                <a:solidFill>
                  <a:srgbClr val="222E40"/>
                </a:solidFill>
                <a:latin typeface="Aptos"/>
              </a:rPr>
              <a:t>A função UNIQUEID gera bons IDs usando caracteres e números gerados aleatoriamente.</a:t>
            </a:r>
            <a:br/>
            <a:br/>
            <a:r>
              <a:rPr sz="1550" b="1" u="none">
                <a:solidFill>
                  <a:srgbClr val="222E40"/>
                </a:solidFill>
                <a:latin typeface="Aptos"/>
              </a:rPr>
              <a:t>Ela ajuda a evitar identificadores repetidos ou que mudem.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536192"/>
            <a:ext cx="2788920" cy="448056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74536" y="3145536"/>
            <a:ext cx="393192" cy="393192"/>
          </a:xfrm>
          <a:prstGeom prst="roundRect">
            <a:avLst/>
          </a:prstGeom>
          <a:solidFill>
            <a:srgbClr val="266FAD"/>
          </a:solidFill>
          <a:ln w="1524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095744" y="3145536"/>
            <a:ext cx="393192" cy="393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74536" y="3666744"/>
            <a:ext cx="393192" cy="393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095744" y="3666744"/>
            <a:ext cx="393192" cy="393192"/>
          </a:xfrm>
          <a:prstGeom prst="roundRect">
            <a:avLst/>
          </a:prstGeom>
          <a:solidFill>
            <a:srgbClr val="266FAD"/>
          </a:solidFill>
          <a:ln w="1524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30 / 65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u="none">
                <a:solidFill>
                  <a:srgbClr val="FFFFFF"/>
                </a:solidFill>
                <a:latin typeface="Aptos"/>
              </a:rPr>
              <a:t>Boas Práticas - Regra 3: Referências entre tabelas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645920"/>
            <a:ext cx="4663440" cy="4251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1" u="none">
                <a:solidFill>
                  <a:srgbClr val="222E40"/>
                </a:solidFill>
                <a:latin typeface="Aptos"/>
              </a:rPr>
              <a:t>Na aba Agendamento, em vez de escrever o nome do cliente, use o ID do cliente da tabela Cliente.</a:t>
            </a:r>
            <a:br/>
            <a:br/>
            <a:r>
              <a:rPr sz="1550" b="1" u="none">
                <a:solidFill>
                  <a:srgbClr val="222E40"/>
                </a:solidFill>
                <a:latin typeface="Aptos"/>
              </a:rPr>
              <a:t>Isso cria uma relação entre os dados e facilita a busca e a edição.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536192"/>
            <a:ext cx="2788920" cy="448056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37959" y="3090672"/>
            <a:ext cx="960120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665976" y="3447288"/>
            <a:ext cx="704088" cy="16459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65976" y="3648456"/>
            <a:ext cx="704088" cy="16459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65976" y="3849624"/>
            <a:ext cx="704088" cy="16459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31 / 65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Boas Práticas - Regra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645920"/>
            <a:ext cx="4663440" cy="4251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u="none">
                <a:solidFill>
                  <a:srgbClr val="222E40"/>
                </a:solidFill>
                <a:latin typeface="Aptos"/>
              </a:rPr>
              <a:t>Não repita dados e evite colocar listas em células. Prefira criar novas tabelas e relacioná-las por ID.</a:t>
            </a:r>
            <a:br/>
            <a:br/>
            <a:r>
              <a:rPr sz="1350" b="1" u="none">
                <a:solidFill>
                  <a:srgbClr val="222E40"/>
                </a:solidFill>
                <a:latin typeface="Aptos"/>
              </a:rPr>
              <a:t>Use nomes de colunas descritivos, evite mesclar células, mantenha o cabeçalho em negrito e insira novos dados como novas linhas.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536192"/>
            <a:ext cx="2788920" cy="448056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37959" y="3090672"/>
            <a:ext cx="960120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665976" y="3447288"/>
            <a:ext cx="704088" cy="16459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65976" y="3648456"/>
            <a:ext cx="704088" cy="16459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65976" y="3849624"/>
            <a:ext cx="704088" cy="16459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32 / 65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O que é o Google AppSheet?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645920"/>
            <a:ext cx="4663440" cy="4251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1" u="none">
                <a:solidFill>
                  <a:srgbClr val="222E40"/>
                </a:solidFill>
                <a:latin typeface="Aptos"/>
              </a:rPr>
              <a:t>O Google AppSheet é uma plataforma no-code desenvolvida pelo Google que permite criar aplicativos completos sem programar.</a:t>
            </a:r>
            <a:br/>
            <a:br/>
            <a:r>
              <a:rPr sz="1550" b="1" u="none">
                <a:solidFill>
                  <a:srgbClr val="222E40"/>
                </a:solidFill>
                <a:latin typeface="Aptos"/>
              </a:rPr>
              <a:t>Ele funciona diretamente com planilhas do Google Sheets de forma visual, rápida e intuitiva.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536192"/>
            <a:ext cx="2788920" cy="448056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69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56248" y="3127248"/>
            <a:ext cx="1024128" cy="1024128"/>
          </a:xfrm>
          <a:prstGeom prst="round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757416" y="3328415"/>
            <a:ext cx="201168" cy="201168"/>
          </a:xfrm>
          <a:prstGeom prst="ellipse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068312" y="3337560"/>
            <a:ext cx="310896" cy="146304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757416" y="3712463"/>
            <a:ext cx="621792" cy="146304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33 / 65</a:t>
            </a:r>
          </a:p>
        </p:txBody>
      </p:sp>
      <p:sp>
        <p:nvSpPr>
          <p:cNvPr id="20" name="AppClicks Day Marker Background">
            <a:extLst>
              <a:ext uri="{FF2B5EF4-FFF2-40B4-BE49-F238E27FC236}">
                <a16:creationId xmlns:a16="http://schemas.microsoft.com/office/drawing/2014/main" id="{8B85AA72-A4EB-FD6A-A9F6-318D4553BB4C}"/>
              </a:ext>
            </a:extLst>
          </p:cNvPr>
          <p:cNvSpPr/>
          <p:nvPr/>
        </p:nvSpPr>
        <p:spPr>
          <a:xfrm>
            <a:off x="7333488" y="274320"/>
            <a:ext cx="1170432" cy="530352"/>
          </a:xfrm>
          <a:prstGeom prst="round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AppClicks Day Marker Label">
            <a:extLst>
              <a:ext uri="{FF2B5EF4-FFF2-40B4-BE49-F238E27FC236}">
                <a16:creationId xmlns:a16="http://schemas.microsoft.com/office/drawing/2014/main" id="{5A781059-1FC1-D99C-DA8E-89170B9999C4}"/>
              </a:ext>
            </a:extLst>
          </p:cNvPr>
          <p:cNvSpPr txBox="1"/>
          <p:nvPr/>
        </p:nvSpPr>
        <p:spPr>
          <a:xfrm>
            <a:off x="7333488" y="411480"/>
            <a:ext cx="1170432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dirty="0">
                <a:solidFill>
                  <a:schemeClr val="bg1"/>
                </a:solidFill>
              </a:rPr>
              <a:t>DIA </a:t>
            </a:r>
            <a:r>
              <a:rPr lang="pt-BR" dirty="0">
                <a:solidFill>
                  <a:schemeClr val="bg1"/>
                </a:solidFill>
              </a:rPr>
              <a:t>2</a:t>
            </a:r>
          </a:p>
          <a:p>
            <a:pPr algn="ctr"/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O que podemos construir?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874519"/>
            <a:ext cx="2484120" cy="3383280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rapezoid 7"/>
          <p:cNvSpPr/>
          <p:nvPr/>
        </p:nvSpPr>
        <p:spPr>
          <a:xfrm>
            <a:off x="1626108" y="2075688"/>
            <a:ext cx="548640" cy="548640"/>
          </a:xfrm>
          <a:prstGeom prst="trapezoid">
            <a:avLst/>
          </a:prstGeom>
          <a:solidFill>
            <a:srgbClr val="FFFFFF"/>
          </a:solidFill>
          <a:ln w="13970">
            <a:solidFill>
              <a:srgbClr val="69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26108" y="2185415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u="none">
                <a:solidFill>
                  <a:srgbClr val="222E4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807208"/>
            <a:ext cx="2191512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u="none">
                <a:solidFill>
                  <a:srgbClr val="222E40"/>
                </a:solidFill>
                <a:latin typeface="Aptos"/>
              </a:rPr>
              <a:t>Sistemas de agendamentos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767328"/>
            <a:ext cx="2191512" cy="1353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u="none">
                <a:solidFill>
                  <a:srgbClr val="222E40"/>
                </a:solidFill>
                <a:latin typeface="Aptos"/>
              </a:rPr>
              <a:t>A plataforma é ideal para construir apps de agendamentos.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25368" y="1874519"/>
            <a:ext cx="2484120" cy="3383280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rapezoid 12"/>
          <p:cNvSpPr/>
          <p:nvPr/>
        </p:nvSpPr>
        <p:spPr>
          <a:xfrm>
            <a:off x="4293108" y="2075688"/>
            <a:ext cx="548640" cy="548640"/>
          </a:xfrm>
          <a:prstGeom prst="trapezoid">
            <a:avLst/>
          </a:prstGeom>
          <a:solidFill>
            <a:srgbClr val="FFFFFF"/>
          </a:solidFill>
          <a:ln w="13970">
            <a:solidFill>
              <a:srgbClr val="69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3108" y="2185415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u="none">
                <a:solidFill>
                  <a:srgbClr val="222E40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1672" y="2807208"/>
            <a:ext cx="2191512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u="none">
                <a:solidFill>
                  <a:srgbClr val="222E40"/>
                </a:solidFill>
                <a:latin typeface="Aptos"/>
              </a:rPr>
              <a:t>Sistemas de cadastros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1672" y="3767328"/>
            <a:ext cx="2191512" cy="1353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u="none">
                <a:solidFill>
                  <a:srgbClr val="222E40"/>
                </a:solidFill>
                <a:latin typeface="Aptos"/>
              </a:rPr>
              <a:t>A plataforma é ideal para construir apps de cadastros.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92368" y="1874519"/>
            <a:ext cx="2484120" cy="3383280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rapezoid 17"/>
          <p:cNvSpPr/>
          <p:nvPr/>
        </p:nvSpPr>
        <p:spPr>
          <a:xfrm>
            <a:off x="6960108" y="2075688"/>
            <a:ext cx="548640" cy="548640"/>
          </a:xfrm>
          <a:prstGeom prst="trapezoid">
            <a:avLst/>
          </a:prstGeom>
          <a:solidFill>
            <a:srgbClr val="FFFFFF"/>
          </a:solidFill>
          <a:ln w="13970">
            <a:solidFill>
              <a:srgbClr val="69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60108" y="2185415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u="none">
                <a:solidFill>
                  <a:srgbClr val="222E40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38672" y="2807208"/>
            <a:ext cx="2191512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u="none">
                <a:solidFill>
                  <a:srgbClr val="222E40"/>
                </a:solidFill>
                <a:latin typeface="Aptos"/>
              </a:rPr>
              <a:t>Gestão de tarefas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8672" y="3767328"/>
            <a:ext cx="2191512" cy="1353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u="none">
                <a:solidFill>
                  <a:srgbClr val="222E40"/>
                </a:solidFill>
                <a:latin typeface="Aptos"/>
              </a:rPr>
              <a:t>A plataforma também permite gerenciar tarefas.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34 / 65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Duas Formas de Iniciar um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874519"/>
            <a:ext cx="3817620" cy="3383280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rapezoid 7"/>
          <p:cNvSpPr/>
          <p:nvPr/>
        </p:nvSpPr>
        <p:spPr>
          <a:xfrm>
            <a:off x="2292858" y="2075688"/>
            <a:ext cx="548640" cy="548640"/>
          </a:xfrm>
          <a:prstGeom prst="trapezoid">
            <a:avLst/>
          </a:prstGeom>
          <a:solidFill>
            <a:srgbClr val="FFFFFF"/>
          </a:solidFill>
          <a:ln w="13970">
            <a:solidFill>
              <a:srgbClr val="69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92858" y="2185415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u="none">
                <a:solidFill>
                  <a:srgbClr val="222E4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807208"/>
            <a:ext cx="3525012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u="none">
                <a:solidFill>
                  <a:srgbClr val="222E40"/>
                </a:solidFill>
                <a:latin typeface="Aptos"/>
              </a:rPr>
              <a:t>Forma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767328"/>
            <a:ext cx="3525012" cy="1353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u="none">
                <a:solidFill>
                  <a:srgbClr val="222E40"/>
                </a:solidFill>
                <a:latin typeface="Aptos"/>
              </a:rPr>
              <a:t>Pelo site do AppSheet: acessar, fazer login e iniciar com dados existentes.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58868" y="1874519"/>
            <a:ext cx="3817620" cy="3383280"/>
          </a:xfrm>
          <a:prstGeom prst="rect">
            <a:avLst/>
          </a:prstGeom>
          <a:solidFill>
            <a:srgbClr val="F0F8FF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rapezoid 12"/>
          <p:cNvSpPr/>
          <p:nvPr/>
        </p:nvSpPr>
        <p:spPr>
          <a:xfrm>
            <a:off x="6293358" y="2075688"/>
            <a:ext cx="548640" cy="548640"/>
          </a:xfrm>
          <a:prstGeom prst="trapezoid">
            <a:avLst/>
          </a:prstGeom>
          <a:solidFill>
            <a:srgbClr val="FFFFFF"/>
          </a:solidFill>
          <a:ln w="13970">
            <a:solidFill>
              <a:srgbClr val="69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93358" y="2185415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u="none">
                <a:solidFill>
                  <a:srgbClr val="222E40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5172" y="2807208"/>
            <a:ext cx="3525012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u="none">
                <a:solidFill>
                  <a:srgbClr val="222E40"/>
                </a:solidFill>
                <a:latin typeface="Aptos"/>
              </a:rPr>
              <a:t>Forma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5172" y="3767328"/>
            <a:ext cx="3525012" cy="1353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u="none">
                <a:solidFill>
                  <a:srgbClr val="222E40"/>
                </a:solidFill>
                <a:latin typeface="Aptos"/>
              </a:rPr>
              <a:t>Pelo menu Extensões do Google Sheets.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35 / 65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Forma 1: Pelo site do AppSheet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645920"/>
            <a:ext cx="4663440" cy="4251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50" b="1" u="none">
                <a:solidFill>
                  <a:srgbClr val="222E40"/>
                </a:solidFill>
                <a:latin typeface="Aptos"/>
              </a:rPr>
              <a:t>1. Acesse https://www.appsheet.com.</a:t>
            </a:r>
            <a:br/>
            <a:r>
              <a:rPr sz="1750" b="1" u="none">
                <a:solidFill>
                  <a:srgbClr val="222E40"/>
                </a:solidFill>
                <a:latin typeface="Aptos"/>
              </a:rPr>
              <a:t>2. Faça login com a mesma conta Google onde está sua planilha.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536192"/>
            <a:ext cx="2788920" cy="448056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69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56248" y="3127248"/>
            <a:ext cx="1024128" cy="1024128"/>
          </a:xfrm>
          <a:prstGeom prst="round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757416" y="3328415"/>
            <a:ext cx="201168" cy="201168"/>
          </a:xfrm>
          <a:prstGeom prst="ellipse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068312" y="3337560"/>
            <a:ext cx="310896" cy="146304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757416" y="3712463"/>
            <a:ext cx="621792" cy="146304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36 / 65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Forma 1: Conectando os dados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645920"/>
            <a:ext cx="4663440" cy="4251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1" u="none">
                <a:solidFill>
                  <a:srgbClr val="222E40"/>
                </a:solidFill>
                <a:latin typeface="Aptos"/>
              </a:rPr>
              <a:t>Clique em “Create”, escolha “App” e, em seguida, “Start with existing data”.</a:t>
            </a:r>
            <a:br/>
            <a:br/>
            <a:r>
              <a:rPr sz="1550" b="1" u="none">
                <a:solidFill>
                  <a:srgbClr val="222E40"/>
                </a:solidFill>
                <a:latin typeface="Aptos"/>
              </a:rPr>
              <a:t>Escolha a planilha criada com os dados de Cliente e Agendamento. O AppSheet criará um app básico com base nas abas.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536192"/>
            <a:ext cx="2788920" cy="448056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69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74536" y="3145536"/>
            <a:ext cx="393192" cy="393192"/>
          </a:xfrm>
          <a:prstGeom prst="roundRect">
            <a:avLst/>
          </a:prstGeom>
          <a:solidFill>
            <a:srgbClr val="6953A5"/>
          </a:solidFill>
          <a:ln w="15240">
            <a:solidFill>
              <a:srgbClr val="69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095744" y="3145536"/>
            <a:ext cx="393192" cy="393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9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74536" y="3666744"/>
            <a:ext cx="393192" cy="393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9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095744" y="3666744"/>
            <a:ext cx="393192" cy="393192"/>
          </a:xfrm>
          <a:prstGeom prst="roundRect">
            <a:avLst/>
          </a:prstGeom>
          <a:solidFill>
            <a:srgbClr val="6953A5"/>
          </a:solidFill>
          <a:ln w="15240">
            <a:solidFill>
              <a:srgbClr val="69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37 / 65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A Página Inicial do AppSheet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8604" y="4227673"/>
            <a:ext cx="8086483" cy="17851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 lang="pt-BR" sz="1450" b="1" u="none" dirty="0">
              <a:solidFill>
                <a:srgbClr val="222E40"/>
              </a:solidFill>
              <a:latin typeface="Aptos"/>
            </a:endParaRPr>
          </a:p>
          <a:p>
            <a:pPr algn="l"/>
            <a:endParaRPr lang="pt-BR" sz="1450" b="1" dirty="0">
              <a:solidFill>
                <a:srgbClr val="222E40"/>
              </a:solidFill>
              <a:latin typeface="Aptos"/>
            </a:endParaRPr>
          </a:p>
          <a:p>
            <a:pPr algn="l"/>
            <a:endParaRPr lang="pt-BR" sz="1450" b="1" u="none" dirty="0">
              <a:solidFill>
                <a:srgbClr val="222E40"/>
              </a:solidFill>
              <a:latin typeface="Aptos"/>
            </a:endParaRPr>
          </a:p>
          <a:p>
            <a:pPr algn="l"/>
            <a:endParaRPr lang="pt-BR" sz="1450" b="1" dirty="0">
              <a:solidFill>
                <a:srgbClr val="222E40"/>
              </a:solidFill>
              <a:latin typeface="Aptos"/>
            </a:endParaRPr>
          </a:p>
          <a:p>
            <a:pPr algn="l"/>
            <a:endParaRPr lang="pt-BR" sz="1450" b="1" u="none" dirty="0">
              <a:solidFill>
                <a:srgbClr val="222E40"/>
              </a:solidFill>
              <a:latin typeface="Aptos"/>
            </a:endParaRPr>
          </a:p>
          <a:p>
            <a:pPr algn="l"/>
            <a:endParaRPr lang="pt-BR" sz="1450" b="1" dirty="0">
              <a:solidFill>
                <a:srgbClr val="222E40"/>
              </a:solidFill>
              <a:latin typeface="Aptos"/>
            </a:endParaRPr>
          </a:p>
          <a:p>
            <a:pPr algn="l"/>
            <a:r>
              <a:rPr sz="1450" b="1" u="none" dirty="0" err="1">
                <a:solidFill>
                  <a:srgbClr val="222E40"/>
                </a:solidFill>
                <a:latin typeface="Aptos"/>
              </a:rPr>
              <a:t>Depois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do login,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escolha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a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planilha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criada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com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os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dados de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Cliente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e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Agendamento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. O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AppSheet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usa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essas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abas para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iniciar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o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aplicativo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38 / 65</a:t>
            </a:r>
          </a:p>
        </p:txBody>
      </p:sp>
      <p:pic>
        <p:nvPicPr>
          <p:cNvPr id="12" name="Picture 11" descr="p32_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953" y="1197863"/>
            <a:ext cx="8620575" cy="4205827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u="none">
                <a:solidFill>
                  <a:srgbClr val="FFFFFF"/>
                </a:solidFill>
                <a:latin typeface="Aptos"/>
              </a:rPr>
              <a:t>Forma 2: Diretamente pelo Google Sheets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645920"/>
            <a:ext cx="4663440" cy="4251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1" u="none">
                <a:solidFill>
                  <a:srgbClr val="222E40"/>
                </a:solidFill>
                <a:latin typeface="Aptos"/>
              </a:rPr>
              <a:t>Como o Google Sheets já está preparado com as tabelas organizadas, podemos iniciar a criação do aplicativo diretamente pela planilha.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536192"/>
            <a:ext cx="2788920" cy="448056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69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37959" y="3090672"/>
            <a:ext cx="960120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69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665976" y="3447288"/>
            <a:ext cx="704088" cy="16459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65976" y="3648456"/>
            <a:ext cx="704088" cy="16459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65976" y="3849624"/>
            <a:ext cx="704088" cy="16459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39 / 65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Acessando via Extensões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4757854"/>
            <a:ext cx="8083296" cy="9464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u="none" dirty="0">
                <a:solidFill>
                  <a:srgbClr val="222E40"/>
                </a:solidFill>
                <a:latin typeface="Aptos"/>
              </a:rPr>
              <a:t>Com a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planilha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aberta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, clique no menu superior “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Extensões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”.</a:t>
            </a:r>
            <a:br>
              <a:rPr dirty="0"/>
            </a:br>
            <a:br>
              <a:rPr dirty="0"/>
            </a:br>
            <a:r>
              <a:rPr sz="1450" b="1" u="none" dirty="0">
                <a:solidFill>
                  <a:srgbClr val="222E40"/>
                </a:solidFill>
                <a:latin typeface="Aptos"/>
              </a:rPr>
              <a:t>No menu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suspenso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selecione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AppSheet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&gt;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Criar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um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aplicativo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. O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AppSheet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será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aberto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em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uma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nova aba.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40 / 65</a:t>
            </a:r>
          </a:p>
        </p:txBody>
      </p:sp>
      <p:pic>
        <p:nvPicPr>
          <p:cNvPr id="12" name="Picture 11" descr="p32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" y="1141395"/>
            <a:ext cx="9066500" cy="265475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Criação Automática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645920"/>
            <a:ext cx="4663440" cy="4251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1" u="none">
                <a:solidFill>
                  <a:srgbClr val="222E40"/>
                </a:solidFill>
                <a:latin typeface="Aptos"/>
              </a:rPr>
              <a:t>O AppSheet será aberto em uma nova aba e carregará automaticamente a estrutura da primeira tabela da planilha.</a:t>
            </a:r>
            <a:br/>
            <a:br/>
            <a:r>
              <a:rPr sz="1550" b="1" u="none">
                <a:solidFill>
                  <a:srgbClr val="222E40"/>
                </a:solidFill>
                <a:latin typeface="Aptos"/>
              </a:rPr>
              <a:t>Ele lê as colunas e tenta identificar o tipo de dado.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536192"/>
            <a:ext cx="2788920" cy="448056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69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56248" y="3127248"/>
            <a:ext cx="1024128" cy="1024128"/>
          </a:xfrm>
          <a:prstGeom prst="round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757416" y="3328415"/>
            <a:ext cx="201168" cy="201168"/>
          </a:xfrm>
          <a:prstGeom prst="ellipse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068312" y="3337560"/>
            <a:ext cx="310896" cy="146304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757416" y="3712463"/>
            <a:ext cx="621792" cy="146304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41 / 65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Visão das Colunas Geradas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5625355"/>
            <a:ext cx="8037576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u="none" dirty="0">
                <a:solidFill>
                  <a:srgbClr val="222E40"/>
                </a:solidFill>
                <a:latin typeface="Aptos"/>
              </a:rPr>
              <a:t>O </a:t>
            </a:r>
            <a:r>
              <a:rPr sz="1700" b="1" u="none" dirty="0" err="1">
                <a:solidFill>
                  <a:srgbClr val="222E40"/>
                </a:solidFill>
                <a:latin typeface="Aptos"/>
              </a:rPr>
              <a:t>AppSheet</a:t>
            </a:r>
            <a:r>
              <a:rPr sz="1700" b="1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700" b="1" u="none" dirty="0" err="1">
                <a:solidFill>
                  <a:srgbClr val="222E40"/>
                </a:solidFill>
                <a:latin typeface="Aptos"/>
              </a:rPr>
              <a:t>cria</a:t>
            </a:r>
            <a:r>
              <a:rPr sz="1700" b="1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700" b="1" u="none" dirty="0" err="1">
                <a:solidFill>
                  <a:srgbClr val="222E40"/>
                </a:solidFill>
                <a:latin typeface="Aptos"/>
              </a:rPr>
              <a:t>automaticamente</a:t>
            </a:r>
            <a:r>
              <a:rPr sz="1700" b="1" u="none" dirty="0">
                <a:solidFill>
                  <a:srgbClr val="222E40"/>
                </a:solidFill>
                <a:latin typeface="Aptos"/>
              </a:rPr>
              <a:t> a </a:t>
            </a:r>
            <a:r>
              <a:rPr sz="1700" b="1" u="none" dirty="0" err="1">
                <a:solidFill>
                  <a:srgbClr val="222E40"/>
                </a:solidFill>
                <a:latin typeface="Aptos"/>
              </a:rPr>
              <a:t>primeira</a:t>
            </a:r>
            <a:r>
              <a:rPr sz="1700" b="1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700" b="1" u="none" dirty="0" err="1">
                <a:solidFill>
                  <a:srgbClr val="222E40"/>
                </a:solidFill>
                <a:latin typeface="Aptos"/>
              </a:rPr>
              <a:t>tabela</a:t>
            </a:r>
            <a:r>
              <a:rPr sz="1700" b="1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sz="1700" b="1" u="none" dirty="0" err="1">
                <a:solidFill>
                  <a:srgbClr val="222E40"/>
                </a:solidFill>
                <a:latin typeface="Aptos"/>
              </a:rPr>
              <a:t>Cliente</a:t>
            </a:r>
            <a:r>
              <a:rPr sz="1700" b="1" u="none" dirty="0">
                <a:solidFill>
                  <a:srgbClr val="222E40"/>
                </a:solidFill>
                <a:latin typeface="Aptos"/>
              </a:rPr>
              <a:t>, e </a:t>
            </a:r>
            <a:r>
              <a:rPr sz="1700" b="1" u="none" dirty="0" err="1">
                <a:solidFill>
                  <a:srgbClr val="222E40"/>
                </a:solidFill>
                <a:latin typeface="Aptos"/>
              </a:rPr>
              <a:t>apresenta</a:t>
            </a:r>
            <a:r>
              <a:rPr sz="1700" b="1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700" b="1" u="none" dirty="0" err="1">
                <a:solidFill>
                  <a:srgbClr val="222E40"/>
                </a:solidFill>
                <a:latin typeface="Aptos"/>
              </a:rPr>
              <a:t>suas</a:t>
            </a:r>
            <a:r>
              <a:rPr sz="1700" b="1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700" b="1" u="none" dirty="0" err="1">
                <a:solidFill>
                  <a:srgbClr val="222E40"/>
                </a:solidFill>
                <a:latin typeface="Aptos"/>
              </a:rPr>
              <a:t>colunas</a:t>
            </a:r>
            <a:r>
              <a:rPr sz="1700" b="1" u="none" dirty="0">
                <a:solidFill>
                  <a:srgbClr val="222E40"/>
                </a:solidFill>
                <a:latin typeface="Aptos"/>
              </a:rPr>
              <a:t>, </a:t>
            </a:r>
            <a:r>
              <a:rPr sz="1700" b="1" u="none" dirty="0" err="1">
                <a:solidFill>
                  <a:srgbClr val="222E40"/>
                </a:solidFill>
                <a:latin typeface="Aptos"/>
              </a:rPr>
              <a:t>tipos</a:t>
            </a:r>
            <a:r>
              <a:rPr sz="1700" b="1" u="none" dirty="0">
                <a:solidFill>
                  <a:srgbClr val="222E40"/>
                </a:solidFill>
                <a:latin typeface="Aptos"/>
              </a:rPr>
              <a:t> e </a:t>
            </a:r>
            <a:r>
              <a:rPr sz="1700" b="1" u="none" dirty="0" err="1">
                <a:solidFill>
                  <a:srgbClr val="222E40"/>
                </a:solidFill>
                <a:latin typeface="Aptos"/>
              </a:rPr>
              <a:t>chaves</a:t>
            </a:r>
            <a:r>
              <a:rPr sz="1700" b="1" u="none" dirty="0">
                <a:solidFill>
                  <a:srgbClr val="222E40"/>
                </a:solidFill>
                <a:latin typeface="Apto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42 / 65</a:t>
            </a:r>
          </a:p>
        </p:txBody>
      </p:sp>
      <p:pic>
        <p:nvPicPr>
          <p:cNvPr id="12" name="Picture 11" descr="p33_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097280"/>
            <a:ext cx="8275320" cy="457657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Adicionando mais de uma tabela ao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645920"/>
            <a:ext cx="4663440" cy="4251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1" u="none">
                <a:solidFill>
                  <a:srgbClr val="222E40"/>
                </a:solidFill>
                <a:latin typeface="Aptos"/>
              </a:rPr>
              <a:t>O AppSheet só cria automaticamente a primeira tabela.</a:t>
            </a:r>
            <a:br/>
            <a:br/>
            <a:r>
              <a:rPr sz="1550" b="1" u="none">
                <a:solidFill>
                  <a:srgbClr val="222E40"/>
                </a:solidFill>
                <a:latin typeface="Aptos"/>
              </a:rPr>
              <a:t>Para incluir as outras, use Add new Data e escolha as páginas criadas no Google Sheets.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536192"/>
            <a:ext cx="2788920" cy="448056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69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37959" y="3090672"/>
            <a:ext cx="960120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69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665976" y="3447288"/>
            <a:ext cx="704088" cy="16459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65976" y="3648456"/>
            <a:ext cx="704088" cy="16459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65976" y="3849624"/>
            <a:ext cx="704088" cy="16459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43 / 65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O Botão 'Add new Data'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5261922"/>
            <a:ext cx="8083296" cy="7232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u="none" dirty="0">
                <a:solidFill>
                  <a:srgbClr val="222E40"/>
                </a:solidFill>
                <a:latin typeface="Aptos"/>
              </a:rPr>
              <a:t>Clique no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símbolo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de +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ao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lado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da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lupa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, junto da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seção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Data.</a:t>
            </a:r>
            <a:br>
              <a:rPr dirty="0"/>
            </a:br>
            <a:br>
              <a:rPr dirty="0"/>
            </a:br>
            <a:r>
              <a:rPr sz="1450" b="1" u="none" dirty="0">
                <a:solidFill>
                  <a:srgbClr val="222E40"/>
                </a:solidFill>
                <a:latin typeface="Aptos"/>
              </a:rPr>
              <a:t>Esse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botão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corresponde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à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opção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Add new Data e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mostra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as formas de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acrescentar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450" b="1" u="none" dirty="0" err="1">
                <a:solidFill>
                  <a:srgbClr val="222E40"/>
                </a:solidFill>
                <a:latin typeface="Aptos"/>
              </a:rPr>
              <a:t>tabelas</a:t>
            </a:r>
            <a:r>
              <a:rPr sz="1450" b="1" u="none" dirty="0">
                <a:solidFill>
                  <a:srgbClr val="222E40"/>
                </a:solidFill>
                <a:latin typeface="Apto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44 / 65</a:t>
            </a:r>
          </a:p>
        </p:txBody>
      </p:sp>
      <p:pic>
        <p:nvPicPr>
          <p:cNvPr id="12" name="Picture 11" descr="p34_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964" y="1097280"/>
            <a:ext cx="6929488" cy="4122457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Inserindo a Tabela Secundária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5482237"/>
            <a:ext cx="818388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u="none" dirty="0" err="1">
                <a:solidFill>
                  <a:srgbClr val="222E40"/>
                </a:solidFill>
                <a:latin typeface="Aptos"/>
              </a:rPr>
              <a:t>Escolha</a:t>
            </a:r>
            <a:r>
              <a:rPr sz="1700" b="1" u="none" dirty="0">
                <a:solidFill>
                  <a:srgbClr val="222E40"/>
                </a:solidFill>
                <a:latin typeface="Aptos"/>
              </a:rPr>
              <a:t> Add Table com o </a:t>
            </a:r>
            <a:r>
              <a:rPr sz="1700" b="1" u="none" dirty="0" err="1">
                <a:solidFill>
                  <a:srgbClr val="222E40"/>
                </a:solidFill>
                <a:latin typeface="Aptos"/>
              </a:rPr>
              <a:t>nome</a:t>
            </a:r>
            <a:r>
              <a:rPr sz="1700" b="1" u="none" dirty="0">
                <a:solidFill>
                  <a:srgbClr val="222E40"/>
                </a:solidFill>
                <a:latin typeface="Aptos"/>
              </a:rPr>
              <a:t> da </a:t>
            </a:r>
            <a:r>
              <a:rPr sz="1700" b="1" u="none" dirty="0" err="1">
                <a:solidFill>
                  <a:srgbClr val="222E40"/>
                </a:solidFill>
                <a:latin typeface="Aptos"/>
              </a:rPr>
              <a:t>página</a:t>
            </a:r>
            <a:r>
              <a:rPr sz="1700" b="1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700" b="1" u="none" dirty="0" err="1">
                <a:solidFill>
                  <a:srgbClr val="222E40"/>
                </a:solidFill>
                <a:latin typeface="Aptos"/>
              </a:rPr>
              <a:t>criada</a:t>
            </a:r>
            <a:r>
              <a:rPr sz="1700" b="1" u="none" dirty="0">
                <a:solidFill>
                  <a:srgbClr val="222E40"/>
                </a:solidFill>
                <a:latin typeface="Aptos"/>
              </a:rPr>
              <a:t> no Google Sheets, </a:t>
            </a:r>
            <a:r>
              <a:rPr sz="1700" b="1" u="none" dirty="0" err="1">
                <a:solidFill>
                  <a:srgbClr val="222E40"/>
                </a:solidFill>
                <a:latin typeface="Aptos"/>
              </a:rPr>
              <a:t>como</a:t>
            </a:r>
            <a:r>
              <a:rPr sz="1700" b="1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700" b="1" u="none" dirty="0" err="1">
                <a:solidFill>
                  <a:srgbClr val="222E40"/>
                </a:solidFill>
                <a:latin typeface="Aptos"/>
              </a:rPr>
              <a:t>Agendamento</a:t>
            </a:r>
            <a:r>
              <a:rPr sz="1700" b="1" u="none" dirty="0">
                <a:solidFill>
                  <a:srgbClr val="222E40"/>
                </a:solidFill>
                <a:latin typeface="Aptos"/>
              </a:rPr>
              <a:t>, e clique </a:t>
            </a:r>
            <a:r>
              <a:rPr sz="1700" b="1" u="none" dirty="0" err="1">
                <a:solidFill>
                  <a:srgbClr val="222E40"/>
                </a:solidFill>
                <a:latin typeface="Aptos"/>
              </a:rPr>
              <a:t>em</a:t>
            </a:r>
            <a:r>
              <a:rPr sz="1700" b="1" u="none" dirty="0">
                <a:solidFill>
                  <a:srgbClr val="222E40"/>
                </a:solidFill>
                <a:latin typeface="Aptos"/>
              </a:rPr>
              <a:t> Add to app.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45 / 65</a:t>
            </a:r>
          </a:p>
        </p:txBody>
      </p:sp>
      <p:pic>
        <p:nvPicPr>
          <p:cNvPr id="12" name="Picture 11" descr="p34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345" y="1143029"/>
            <a:ext cx="6430726" cy="433920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Gerenciando os dados de forma fácil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645920"/>
            <a:ext cx="4663440" cy="4251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1" u="none">
                <a:solidFill>
                  <a:srgbClr val="222E40"/>
                </a:solidFill>
                <a:latin typeface="Aptos"/>
              </a:rPr>
              <a:t>Depois que os dados estiverem organizados, adicione e edite dados diretamente pelo aplicativo.</a:t>
            </a:r>
            <a:br/>
            <a:br/>
            <a:r>
              <a:rPr sz="1550" b="1" u="none">
                <a:solidFill>
                  <a:srgbClr val="222E40"/>
                </a:solidFill>
                <a:latin typeface="Aptos"/>
              </a:rPr>
              <a:t>O AppSheet já cria formulários de Adicionar e Editar.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536192"/>
            <a:ext cx="2788920" cy="448056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56248" y="3127248"/>
            <a:ext cx="1024128" cy="1024128"/>
          </a:xfrm>
          <a:prstGeom prst="round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757416" y="3328415"/>
            <a:ext cx="201168" cy="201168"/>
          </a:xfrm>
          <a:prstGeom prst="ellipse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068312" y="3337560"/>
            <a:ext cx="310896" cy="146304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757416" y="3712463"/>
            <a:ext cx="621792" cy="146304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46 / 65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Fatiando Dados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645920"/>
            <a:ext cx="4663440" cy="4251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1" u="none">
                <a:solidFill>
                  <a:srgbClr val="222E40"/>
                </a:solidFill>
                <a:latin typeface="Aptos"/>
              </a:rPr>
              <a:t>Slices, ou fatias, mostram apenas partes específicas dos dados.</a:t>
            </a:r>
            <a:br/>
            <a:br/>
            <a:r>
              <a:rPr sz="1550" b="1" u="none">
                <a:solidFill>
                  <a:srgbClr val="222E40"/>
                </a:solidFill>
                <a:latin typeface="Aptos"/>
              </a:rPr>
              <a:t>Eles ajudam a apresentar uma seleção dos registros conforme a necessidade do app.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536192"/>
            <a:ext cx="2788920" cy="448056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74536" y="3145536"/>
            <a:ext cx="393192" cy="393192"/>
          </a:xfrm>
          <a:prstGeom prst="roundRect">
            <a:avLst/>
          </a:prstGeom>
          <a:solidFill>
            <a:srgbClr val="F48B23"/>
          </a:solidFill>
          <a:ln w="1524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095744" y="3145536"/>
            <a:ext cx="393192" cy="393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74536" y="3666744"/>
            <a:ext cx="393192" cy="393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095744" y="3666744"/>
            <a:ext cx="393192" cy="393192"/>
          </a:xfrm>
          <a:prstGeom prst="roundRect">
            <a:avLst/>
          </a:prstGeom>
          <a:solidFill>
            <a:srgbClr val="F48B23"/>
          </a:solidFill>
          <a:ln w="1524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47 / 65</a:t>
            </a:r>
          </a:p>
        </p:txBody>
      </p:sp>
      <p:sp>
        <p:nvSpPr>
          <p:cNvPr id="15" name="AppClicks Day Marker Background"/>
          <p:cNvSpPr/>
          <p:nvPr/>
        </p:nvSpPr>
        <p:spPr>
          <a:xfrm>
            <a:off x="7333488" y="274320"/>
            <a:ext cx="1170432" cy="530352"/>
          </a:xfrm>
          <a:prstGeom prst="round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ppClicks Day Marker Label"/>
          <p:cNvSpPr txBox="1"/>
          <p:nvPr/>
        </p:nvSpPr>
        <p:spPr>
          <a:xfrm>
            <a:off x="7333488" y="411480"/>
            <a:ext cx="117043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u="none">
                <a:solidFill>
                  <a:srgbClr val="FFFFFF"/>
                </a:solidFill>
                <a:latin typeface="Aptos"/>
              </a:rPr>
              <a:t>Explorando a Interface Completa do AppSheet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645920"/>
            <a:ext cx="4663440" cy="4251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1" u="none">
                <a:solidFill>
                  <a:srgbClr val="222E40"/>
                </a:solidFill>
                <a:latin typeface="Aptos"/>
              </a:rPr>
              <a:t>Ao abrir o AppSheet pela primeira vez, você verá uma interface com várias seções.</a:t>
            </a:r>
            <a:br/>
            <a:br/>
            <a:r>
              <a:rPr sz="1550" b="1" u="none">
                <a:solidFill>
                  <a:srgbClr val="222E40"/>
                </a:solidFill>
                <a:latin typeface="Aptos"/>
              </a:rPr>
              <a:t>As principais seções organizam os dados, a interface, as ações, a automação e a administração do app.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536192"/>
            <a:ext cx="2788920" cy="448056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56248" y="3127248"/>
            <a:ext cx="1024128" cy="1024128"/>
          </a:xfrm>
          <a:prstGeom prst="round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757416" y="3328415"/>
            <a:ext cx="201168" cy="201168"/>
          </a:xfrm>
          <a:prstGeom prst="ellipse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068312" y="3337560"/>
            <a:ext cx="310896" cy="146304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757416" y="3712463"/>
            <a:ext cx="621792" cy="146304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48 / 65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Seção "Data"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645920"/>
            <a:ext cx="4663440" cy="4251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u="none">
                <a:solidFill>
                  <a:srgbClr val="222E40"/>
                </a:solidFill>
                <a:latin typeface="Aptos"/>
              </a:rPr>
              <a:t>Gerencia tabelas, colunas, relacionamentos e os dados conectados ao app.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536192"/>
            <a:ext cx="2788920" cy="448056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37959" y="3090672"/>
            <a:ext cx="960120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665976" y="3447288"/>
            <a:ext cx="704088" cy="16459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65976" y="3648456"/>
            <a:ext cx="704088" cy="16459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65976" y="3849624"/>
            <a:ext cx="704088" cy="16459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49 / 65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Seção "Views"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645920"/>
            <a:ext cx="4663440" cy="4251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u="none">
                <a:solidFill>
                  <a:srgbClr val="222E40"/>
                </a:solidFill>
                <a:latin typeface="Aptos"/>
              </a:rPr>
              <a:t>Configura a interface do usuário e define como os dados serão exibidos.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536192"/>
            <a:ext cx="2788920" cy="448056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56248" y="3127248"/>
            <a:ext cx="1024128" cy="1024128"/>
          </a:xfrm>
          <a:prstGeom prst="round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757416" y="3328415"/>
            <a:ext cx="201168" cy="201168"/>
          </a:xfrm>
          <a:prstGeom prst="ellipse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068312" y="3337560"/>
            <a:ext cx="310896" cy="146304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757416" y="3712463"/>
            <a:ext cx="621792" cy="146304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50 / 65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Seção "Actions"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645920"/>
            <a:ext cx="4663440" cy="4251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u="none">
                <a:solidFill>
                  <a:srgbClr val="222E40"/>
                </a:solidFill>
                <a:latin typeface="Aptos"/>
              </a:rPr>
              <a:t>Cria botões ou comandos para que os usuários interajam com os dados.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536192"/>
            <a:ext cx="2788920" cy="448056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74536" y="3145536"/>
            <a:ext cx="393192" cy="393192"/>
          </a:xfrm>
          <a:prstGeom prst="roundRect">
            <a:avLst/>
          </a:prstGeom>
          <a:solidFill>
            <a:srgbClr val="F48B23"/>
          </a:solidFill>
          <a:ln w="1524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095744" y="3145536"/>
            <a:ext cx="393192" cy="393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74536" y="3666744"/>
            <a:ext cx="393192" cy="393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095744" y="3666744"/>
            <a:ext cx="393192" cy="393192"/>
          </a:xfrm>
          <a:prstGeom prst="roundRect">
            <a:avLst/>
          </a:prstGeom>
          <a:solidFill>
            <a:srgbClr val="F48B23"/>
          </a:solidFill>
          <a:ln w="1524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51 / 65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Seção "Automation"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645920"/>
            <a:ext cx="4663440" cy="4251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50" b="1" u="none">
                <a:solidFill>
                  <a:srgbClr val="222E40"/>
                </a:solidFill>
                <a:latin typeface="Aptos"/>
              </a:rPr>
              <a:t>Programa tarefas automatizadas, como envio de e-mails, notificações ou atualizações de dados.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536192"/>
            <a:ext cx="2788920" cy="448056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74536" y="3145536"/>
            <a:ext cx="393192" cy="393192"/>
          </a:xfrm>
          <a:prstGeom prst="roundRect">
            <a:avLst/>
          </a:prstGeom>
          <a:solidFill>
            <a:srgbClr val="F48B23"/>
          </a:solidFill>
          <a:ln w="1524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095744" y="3145536"/>
            <a:ext cx="393192" cy="393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74536" y="3666744"/>
            <a:ext cx="393192" cy="393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095744" y="3666744"/>
            <a:ext cx="393192" cy="393192"/>
          </a:xfrm>
          <a:prstGeom prst="roundRect">
            <a:avLst/>
          </a:prstGeom>
          <a:solidFill>
            <a:srgbClr val="F48B23"/>
          </a:solidFill>
          <a:ln w="1524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52 / 65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Seção "Intelligence"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645920"/>
            <a:ext cx="4663440" cy="4251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50" b="1" u="none">
                <a:solidFill>
                  <a:srgbClr val="222E40"/>
                </a:solidFill>
                <a:latin typeface="Aptos"/>
              </a:rPr>
              <a:t>Adiciona recursos de machine learning e previsão com base nos dados do app.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536192"/>
            <a:ext cx="2788920" cy="448056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74536" y="3145536"/>
            <a:ext cx="393192" cy="393192"/>
          </a:xfrm>
          <a:prstGeom prst="roundRect">
            <a:avLst/>
          </a:prstGeom>
          <a:solidFill>
            <a:srgbClr val="F48B23"/>
          </a:solidFill>
          <a:ln w="1524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095744" y="3145536"/>
            <a:ext cx="393192" cy="393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74536" y="3666744"/>
            <a:ext cx="393192" cy="393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095744" y="3666744"/>
            <a:ext cx="393192" cy="393192"/>
          </a:xfrm>
          <a:prstGeom prst="roundRect">
            <a:avLst/>
          </a:prstGeom>
          <a:solidFill>
            <a:srgbClr val="F48B23"/>
          </a:solidFill>
          <a:ln w="1524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53 / 65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Seção "Security"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645920"/>
            <a:ext cx="4663440" cy="4251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50" b="1" u="none">
                <a:solidFill>
                  <a:srgbClr val="222E40"/>
                </a:solidFill>
                <a:latin typeface="Aptos"/>
              </a:rPr>
              <a:t>Define regras de acesso, autenticação e visibilidade dos dados por usuário.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536192"/>
            <a:ext cx="2788920" cy="448056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611112" y="3182112"/>
            <a:ext cx="347472" cy="347472"/>
          </a:xfrm>
          <a:prstGeom prst="ellipse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159752" y="3182112"/>
            <a:ext cx="347472" cy="347472"/>
          </a:xfrm>
          <a:prstGeom prst="ellipse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92240" y="3703320"/>
            <a:ext cx="603504" cy="146304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040880" y="3703320"/>
            <a:ext cx="603504" cy="146304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54 / 65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Seção "Settings"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645920"/>
            <a:ext cx="4663440" cy="4251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u="none">
                <a:solidFill>
                  <a:srgbClr val="222E40"/>
                </a:solidFill>
                <a:latin typeface="Aptos"/>
              </a:rPr>
              <a:t>Configura preferências gerais do app, como idioma, nome e versão.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536192"/>
            <a:ext cx="2788920" cy="448056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56248" y="3127248"/>
            <a:ext cx="1024128" cy="1024128"/>
          </a:xfrm>
          <a:prstGeom prst="round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757416" y="3328415"/>
            <a:ext cx="201168" cy="201168"/>
          </a:xfrm>
          <a:prstGeom prst="ellipse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068312" y="3337560"/>
            <a:ext cx="310896" cy="146304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757416" y="3712463"/>
            <a:ext cx="621792" cy="146304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55 / 65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Seção "Manage"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645920"/>
            <a:ext cx="4663440" cy="4251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50" b="1" u="none">
                <a:solidFill>
                  <a:srgbClr val="222E40"/>
                </a:solidFill>
                <a:latin typeface="Aptos"/>
              </a:rPr>
              <a:t>Administra o app em produção, revisando performance, uso, logs e permissões.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536192"/>
            <a:ext cx="2788920" cy="448056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74536" y="3145536"/>
            <a:ext cx="393192" cy="393192"/>
          </a:xfrm>
          <a:prstGeom prst="roundRect">
            <a:avLst/>
          </a:prstGeom>
          <a:solidFill>
            <a:srgbClr val="F48B23"/>
          </a:solidFill>
          <a:ln w="1524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095744" y="3145536"/>
            <a:ext cx="393192" cy="393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74536" y="3666744"/>
            <a:ext cx="393192" cy="393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095744" y="3666744"/>
            <a:ext cx="393192" cy="393192"/>
          </a:xfrm>
          <a:prstGeom prst="roundRect">
            <a:avLst/>
          </a:prstGeom>
          <a:solidFill>
            <a:srgbClr val="F48B23"/>
          </a:solidFill>
          <a:ln w="1524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56 / 65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Seção "Learn"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645920"/>
            <a:ext cx="4663440" cy="4251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50" b="1" u="none">
                <a:solidFill>
                  <a:srgbClr val="222E40"/>
                </a:solidFill>
                <a:latin typeface="Aptos"/>
              </a:rPr>
              <a:t>Dá acesso a tutoriais, guias e documentação oficial para aprender mais sobre a plataforma.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536192"/>
            <a:ext cx="2788920" cy="448056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74536" y="3145536"/>
            <a:ext cx="393192" cy="393192"/>
          </a:xfrm>
          <a:prstGeom prst="roundRect">
            <a:avLst/>
          </a:prstGeom>
          <a:solidFill>
            <a:srgbClr val="F48B23"/>
          </a:solidFill>
          <a:ln w="1524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095744" y="3145536"/>
            <a:ext cx="393192" cy="393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74536" y="3666744"/>
            <a:ext cx="393192" cy="393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095744" y="3666744"/>
            <a:ext cx="393192" cy="393192"/>
          </a:xfrm>
          <a:prstGeom prst="roundRect">
            <a:avLst/>
          </a:prstGeom>
          <a:solidFill>
            <a:srgbClr val="F48B23"/>
          </a:solidFill>
          <a:ln w="1524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57 / 65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O Simulador do AppSheet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645920"/>
            <a:ext cx="4663440" cy="4251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1" u="none">
                <a:solidFill>
                  <a:srgbClr val="222E40"/>
                </a:solidFill>
                <a:latin typeface="Aptos"/>
              </a:rPr>
              <a:t>O simulador aparece no lado direito da tela e permite testar o app enquanto ele é desenvolvido.</a:t>
            </a:r>
            <a:br/>
            <a:br/>
            <a:r>
              <a:rPr sz="1550" b="1" u="none">
                <a:solidFill>
                  <a:srgbClr val="222E40"/>
                </a:solidFill>
                <a:latin typeface="Aptos"/>
              </a:rPr>
              <a:t>Com ele, iniciamos a criação de um aplicativo de exemplo.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536192"/>
            <a:ext cx="2788920" cy="448056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720840" y="3017520"/>
            <a:ext cx="658368" cy="12984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967728" y="4105656"/>
            <a:ext cx="137160" cy="137160"/>
          </a:xfrm>
          <a:prstGeom prst="ellipse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39712" y="3246120"/>
            <a:ext cx="420624" cy="100584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39712" y="3447288"/>
            <a:ext cx="420624" cy="100584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39712" y="3648456"/>
            <a:ext cx="420624" cy="100584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58 / 65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O Simulador em Ação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5602495"/>
            <a:ext cx="8458200" cy="523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u="none" dirty="0">
                <a:solidFill>
                  <a:srgbClr val="222E40"/>
                </a:solidFill>
                <a:latin typeface="Aptos"/>
              </a:rPr>
              <a:t>O </a:t>
            </a:r>
            <a:r>
              <a:rPr sz="1700" b="1" u="none" dirty="0" err="1">
                <a:solidFill>
                  <a:srgbClr val="222E40"/>
                </a:solidFill>
                <a:latin typeface="Aptos"/>
              </a:rPr>
              <a:t>simulador</a:t>
            </a:r>
            <a:r>
              <a:rPr sz="1700" b="1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700" b="1" u="none" dirty="0" err="1">
                <a:solidFill>
                  <a:srgbClr val="222E40"/>
                </a:solidFill>
                <a:latin typeface="Aptos"/>
              </a:rPr>
              <a:t>mostra</a:t>
            </a:r>
            <a:r>
              <a:rPr sz="1700" b="1" u="none" dirty="0">
                <a:solidFill>
                  <a:srgbClr val="222E40"/>
                </a:solidFill>
                <a:latin typeface="Aptos"/>
              </a:rPr>
              <a:t> o </a:t>
            </a:r>
            <a:r>
              <a:rPr sz="1700" b="1" u="none" dirty="0" err="1">
                <a:solidFill>
                  <a:srgbClr val="222E40"/>
                </a:solidFill>
                <a:latin typeface="Aptos"/>
              </a:rPr>
              <a:t>estado</a:t>
            </a:r>
            <a:r>
              <a:rPr sz="1700" b="1" u="none" dirty="0">
                <a:solidFill>
                  <a:srgbClr val="222E40"/>
                </a:solidFill>
                <a:latin typeface="Aptos"/>
              </a:rPr>
              <a:t> da </a:t>
            </a:r>
            <a:r>
              <a:rPr sz="1700" b="1" u="none" dirty="0" err="1">
                <a:solidFill>
                  <a:srgbClr val="222E40"/>
                </a:solidFill>
                <a:latin typeface="Aptos"/>
              </a:rPr>
              <a:t>aplicação</a:t>
            </a:r>
            <a:r>
              <a:rPr sz="1700" b="1" u="none" dirty="0">
                <a:solidFill>
                  <a:srgbClr val="222E40"/>
                </a:solidFill>
                <a:latin typeface="Aptos"/>
              </a:rPr>
              <a:t> e </a:t>
            </a:r>
            <a:r>
              <a:rPr sz="1700" b="1" u="none" dirty="0" err="1">
                <a:solidFill>
                  <a:srgbClr val="222E40"/>
                </a:solidFill>
                <a:latin typeface="Aptos"/>
              </a:rPr>
              <a:t>permite</a:t>
            </a:r>
            <a:r>
              <a:rPr sz="1700" b="1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700" b="1" u="none" dirty="0" err="1">
                <a:solidFill>
                  <a:srgbClr val="222E40"/>
                </a:solidFill>
                <a:latin typeface="Aptos"/>
              </a:rPr>
              <a:t>testar</a:t>
            </a:r>
            <a:r>
              <a:rPr sz="1700" b="1" u="none" dirty="0">
                <a:solidFill>
                  <a:srgbClr val="222E40"/>
                </a:solidFill>
                <a:latin typeface="Aptos"/>
              </a:rPr>
              <a:t> o app </a:t>
            </a:r>
            <a:r>
              <a:rPr sz="1700" b="1" u="none" dirty="0" err="1">
                <a:solidFill>
                  <a:srgbClr val="222E40"/>
                </a:solidFill>
                <a:latin typeface="Aptos"/>
              </a:rPr>
              <a:t>em</a:t>
            </a:r>
            <a:r>
              <a:rPr sz="1700" b="1" u="none" dirty="0">
                <a:solidFill>
                  <a:srgbClr val="222E40"/>
                </a:solidFill>
                <a:latin typeface="Aptos"/>
              </a:rPr>
              <a:t> tempo real </a:t>
            </a:r>
            <a:r>
              <a:rPr sz="1700" b="1" u="none" dirty="0" err="1">
                <a:solidFill>
                  <a:srgbClr val="222E40"/>
                </a:solidFill>
                <a:latin typeface="Aptos"/>
              </a:rPr>
              <a:t>enquanto</a:t>
            </a:r>
            <a:r>
              <a:rPr sz="1700" b="1" u="none" dirty="0">
                <a:solidFill>
                  <a:srgbClr val="222E40"/>
                </a:solidFill>
                <a:latin typeface="Aptos"/>
              </a:rPr>
              <a:t> </a:t>
            </a:r>
            <a:r>
              <a:rPr sz="1700" b="1" u="none" dirty="0" err="1">
                <a:solidFill>
                  <a:srgbClr val="222E40"/>
                </a:solidFill>
                <a:latin typeface="Aptos"/>
              </a:rPr>
              <a:t>ele</a:t>
            </a:r>
            <a:r>
              <a:rPr sz="1700" b="1" u="none" dirty="0">
                <a:solidFill>
                  <a:srgbClr val="222E40"/>
                </a:solidFill>
                <a:latin typeface="Aptos"/>
              </a:rPr>
              <a:t> é </a:t>
            </a:r>
            <a:r>
              <a:rPr sz="1700" b="1" u="none" dirty="0" err="1">
                <a:solidFill>
                  <a:srgbClr val="222E40"/>
                </a:solidFill>
                <a:latin typeface="Aptos"/>
              </a:rPr>
              <a:t>desenvolvido</a:t>
            </a:r>
            <a:r>
              <a:rPr sz="1700" b="1" u="none" dirty="0">
                <a:solidFill>
                  <a:srgbClr val="222E40"/>
                </a:solidFill>
                <a:latin typeface="Apto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59 / 65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00D397B2-49AA-BAAC-F931-4B7CCCFD1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297" y="1069848"/>
            <a:ext cx="6739405" cy="4509613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Resumo da Aula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645920"/>
            <a:ext cx="4663440" cy="4251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1" u="none">
                <a:solidFill>
                  <a:srgbClr val="222E40"/>
                </a:solidFill>
                <a:latin typeface="Aptos"/>
              </a:rPr>
              <a:t>Vimos o desenvolvimento no-code, o Google Sheets como banco de dados, as operações CRUD, a organização das tabelas e as principais seções do AppSheet.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536192"/>
            <a:ext cx="2788920" cy="448056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74536" y="3145536"/>
            <a:ext cx="393192" cy="393192"/>
          </a:xfrm>
          <a:prstGeom prst="roundRect">
            <a:avLst/>
          </a:prstGeom>
          <a:solidFill>
            <a:srgbClr val="1E979D"/>
          </a:solidFill>
          <a:ln w="1524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095744" y="3145536"/>
            <a:ext cx="393192" cy="393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74536" y="3666744"/>
            <a:ext cx="393192" cy="393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095744" y="3666744"/>
            <a:ext cx="393192" cy="393192"/>
          </a:xfrm>
          <a:prstGeom prst="roundRect">
            <a:avLst/>
          </a:prstGeom>
          <a:solidFill>
            <a:srgbClr val="1E979D"/>
          </a:solidFill>
          <a:ln w="1524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60 / 65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365423"/>
            <a:ext cx="8275320" cy="3847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2500" b="1" u="none" dirty="0">
                <a:solidFill>
                  <a:srgbClr val="FFFFFF"/>
                </a:solidFill>
                <a:latin typeface="Aptos"/>
              </a:rPr>
              <a:t>Playlist de apoio</a:t>
            </a:r>
            <a:endParaRPr sz="2500" b="1" u="none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2331720"/>
            <a:ext cx="2834640" cy="21544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800" b="1" dirty="0">
                <a:solidFill>
                  <a:srgbClr val="222E40"/>
                </a:solidFill>
                <a:latin typeface="Aptos"/>
              </a:rPr>
              <a:t>Desenvolver o a</a:t>
            </a:r>
            <a:r>
              <a:rPr lang="pt-BR" sz="2800" b="1" u="none" dirty="0">
                <a:solidFill>
                  <a:srgbClr val="222E40"/>
                </a:solidFill>
                <a:latin typeface="Aptos"/>
              </a:rPr>
              <a:t>plicativo de </a:t>
            </a:r>
            <a:r>
              <a:rPr lang="pt-BR" sz="2800" b="1">
                <a:solidFill>
                  <a:srgbClr val="222E40"/>
                </a:solidFill>
                <a:latin typeface="Aptos"/>
              </a:rPr>
              <a:t>controle financeiro </a:t>
            </a:r>
            <a:r>
              <a:rPr lang="pt-BR" sz="2800" b="1" u="none">
                <a:solidFill>
                  <a:srgbClr val="222E40"/>
                </a:solidFill>
                <a:latin typeface="Aptos"/>
              </a:rPr>
              <a:t>da </a:t>
            </a:r>
            <a:r>
              <a:rPr lang="pt-BR" sz="2800" b="1" u="none" dirty="0">
                <a:solidFill>
                  <a:srgbClr val="222E40"/>
                </a:solidFill>
                <a:latin typeface="Aptos"/>
              </a:rPr>
              <a:t>playlist </a:t>
            </a:r>
            <a:endParaRPr sz="2800" b="1" u="none" dirty="0">
              <a:solidFill>
                <a:srgbClr val="222E40"/>
              </a:solidFill>
              <a:latin typeface="Aptos"/>
            </a:endParaRPr>
          </a:p>
        </p:txBody>
      </p:sp>
      <p:sp>
        <p:nvSpPr>
          <p:cNvPr id="8" name="Oval 7"/>
          <p:cNvSpPr/>
          <p:nvPr/>
        </p:nvSpPr>
        <p:spPr>
          <a:xfrm>
            <a:off x="2862072" y="4721662"/>
            <a:ext cx="566928" cy="566928"/>
          </a:xfrm>
          <a:prstGeom prst="ellipse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62072" y="4822246"/>
            <a:ext cx="56692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 u="none" dirty="0">
                <a:solidFill>
                  <a:srgbClr val="FFFFFF"/>
                </a:solidFill>
                <a:latin typeface="Aptos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1920240"/>
            <a:ext cx="4526280" cy="361188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77639" y="3361643"/>
            <a:ext cx="3977639" cy="6924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1500" b="1" u="sng" dirty="0">
                <a:solidFill>
                  <a:srgbClr val="1E979D"/>
                </a:solidFill>
                <a:latin typeface="Aptos"/>
                <a:hlinkClick r:id="rId3"/>
              </a:rPr>
              <a:t>https://youtube.com/playlist?list=PLU25zncmwi9_NSxR51VEHiEmko91IY6e5&amp;si=tWXVi73AjrMzS1Ex</a:t>
            </a:r>
            <a:endParaRPr sz="1500" b="1" u="sng" dirty="0">
              <a:solidFill>
                <a:srgbClr val="1E979D"/>
              </a:solidFill>
              <a:latin typeface="Aptos"/>
              <a:hlinkClick r:id="rId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61 / 65</a:t>
            </a:r>
          </a:p>
        </p:txBody>
      </p:sp>
      <p:sp>
        <p:nvSpPr>
          <p:cNvPr id="14" name="AppClicks Day Marker Background"/>
          <p:cNvSpPr/>
          <p:nvPr/>
        </p:nvSpPr>
        <p:spPr>
          <a:xfrm>
            <a:off x="7333488" y="274320"/>
            <a:ext cx="1170432" cy="530352"/>
          </a:xfrm>
          <a:prstGeom prst="round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ppClicks Day Marker Label"/>
          <p:cNvSpPr txBox="1"/>
          <p:nvPr/>
        </p:nvSpPr>
        <p:spPr>
          <a:xfrm>
            <a:off x="7333488" y="411480"/>
            <a:ext cx="1170432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dirty="0">
                <a:solidFill>
                  <a:schemeClr val="bg1"/>
                </a:solidFill>
              </a:rPr>
              <a:t>DIA 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Avaliação 1 - Apresentação em Grupo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7472" y="1234440"/>
            <a:ext cx="73152" cy="5074920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874519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u="none">
                <a:solidFill>
                  <a:srgbClr val="1E979D"/>
                </a:solidFill>
                <a:latin typeface="Aptos"/>
              </a:rPr>
              <a:t>ATIVIDADE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331720"/>
            <a:ext cx="5989320" cy="3154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u="none">
                <a:solidFill>
                  <a:srgbClr val="222E40"/>
                </a:solidFill>
                <a:latin typeface="Aptos"/>
              </a:rPr>
              <a:t>Forme grupos de cinco estudantes e apresente um breve seminário: quais são as principais oportunidades que o mercado de aplicativos oferece atualmente e de que maneiras diferentes podemos atuar nesse setor em crescimento?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874519"/>
            <a:ext cx="1325880" cy="320040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205472" y="2907792"/>
            <a:ext cx="347472" cy="347472"/>
          </a:xfrm>
          <a:prstGeom prst="ellipse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754112" y="2907792"/>
            <a:ext cx="347472" cy="347472"/>
          </a:xfrm>
          <a:prstGeom prst="ellipse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86600" y="3429000"/>
            <a:ext cx="603504" cy="14630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635240" y="3429000"/>
            <a:ext cx="603504" cy="146304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62 / 65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Avaliação 2 - Prática no PC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7472" y="1234440"/>
            <a:ext cx="73152" cy="5074920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874519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u="none">
                <a:solidFill>
                  <a:srgbClr val="1E979D"/>
                </a:solidFill>
                <a:latin typeface="Aptos"/>
              </a:rPr>
              <a:t>ATIVIDADE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331720"/>
            <a:ext cx="5989320" cy="3154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u="none">
                <a:solidFill>
                  <a:srgbClr val="222E40"/>
                </a:solidFill>
                <a:latin typeface="Aptos"/>
              </a:rPr>
              <a:t>Crie uma nova tabela na sua planilha do Google Sheets e acrescente essa tabela ao seu app utilizando a opção Add new Data da seção Data do AppSheet.</a:t>
            </a:r>
            <a:br/>
            <a:br/>
            <a:r>
              <a:rPr sz="1200" b="1" u="none">
                <a:solidFill>
                  <a:srgbClr val="222E40"/>
                </a:solidFill>
                <a:latin typeface="Aptos"/>
              </a:rPr>
              <a:t>Além de Cliente, Agendamento e Prestador, pense em outras tabelas que poderiam guardar informações de um app para agendamento de serviços.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874519"/>
            <a:ext cx="1325880" cy="320040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32320" y="2816352"/>
            <a:ext cx="960120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260336" y="3172968"/>
            <a:ext cx="704088" cy="16459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260336" y="3374136"/>
            <a:ext cx="704088" cy="16459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260336" y="3575304"/>
            <a:ext cx="704088" cy="16459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63 / 65</a:t>
            </a:r>
          </a:p>
        </p:txBody>
      </p:sp>
      <p:sp>
        <p:nvSpPr>
          <p:cNvPr id="18" name="AppClicks Day Marker Label"/>
          <p:cNvSpPr txBox="1"/>
          <p:nvPr/>
        </p:nvSpPr>
        <p:spPr>
          <a:xfrm>
            <a:off x="7333488" y="411480"/>
            <a:ext cx="117043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73152" cy="672998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82753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u="none">
                <a:solidFill>
                  <a:srgbClr val="FFFFFF"/>
                </a:solidFill>
                <a:latin typeface="Aptos"/>
              </a:rPr>
              <a:t>Momento de Dúvidas e Discussão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234440"/>
            <a:ext cx="845820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645920"/>
            <a:ext cx="4663440" cy="4251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50" b="1" u="none">
                <a:solidFill>
                  <a:srgbClr val="222E40"/>
                </a:solidFill>
                <a:latin typeface="Aptos"/>
              </a:rPr>
              <a:t>Revisão final com os alunos: dados, tabelas, CRUD, criação do app e interface do AppSheet.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536192"/>
            <a:ext cx="2788920" cy="4480560"/>
          </a:xfrm>
          <a:prstGeom prst="roundRect">
            <a:avLst/>
          </a:prstGeom>
          <a:solidFill>
            <a:srgbClr val="F0F8FF"/>
          </a:solidFill>
          <a:ln w="1524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611112" y="3182112"/>
            <a:ext cx="347472" cy="347472"/>
          </a:xfrm>
          <a:prstGeom prst="ellipse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159752" y="3182112"/>
            <a:ext cx="347472" cy="347472"/>
          </a:xfrm>
          <a:prstGeom prst="ellipse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92240" y="3703320"/>
            <a:ext cx="603504" cy="14630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040880" y="3703320"/>
            <a:ext cx="603504" cy="146304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6510528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u="none">
                <a:solidFill>
                  <a:srgbClr val="606E84"/>
                </a:solidFill>
                <a:latin typeface="Aptos"/>
              </a:rPr>
              <a:t>APPCLICKS  •  SEMANA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64922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4">
                <a:latin typeface="Aptos"/>
              </a:rPr>
              <a:t>64 / 65</a:t>
            </a:r>
          </a:p>
        </p:txBody>
      </p:sp>
      <p:sp>
        <p:nvSpPr>
          <p:cNvPr id="16" name="AppClicks Day Marker Label"/>
          <p:cNvSpPr txBox="1"/>
          <p:nvPr/>
        </p:nvSpPr>
        <p:spPr>
          <a:xfrm>
            <a:off x="7333488" y="411480"/>
            <a:ext cx="117043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708</TotalTime>
  <Words>5574</Words>
  <Application>Microsoft Office PowerPoint</Application>
  <PresentationFormat>Apresentação na tela (4:3)</PresentationFormat>
  <Paragraphs>735</Paragraphs>
  <Slides>64</Slides>
  <Notes>64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64</vt:i4>
      </vt:variant>
    </vt:vector>
  </HeadingPairs>
  <TitlesOfParts>
    <vt:vector size="69" baseType="lpstr">
      <vt:lpstr>Aptos</vt:lpstr>
      <vt:lpstr>Aptos Display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AppClicks - Semana 2</dc:title>
  <dc:subject>Introdução ao No-code e Banco de Dados</dc:subject>
  <dc:creator>AppClicks</dc:creator>
  <cp:keywords>AppSheet, Google Sheets, No-code, CRUD</cp:keywords>
  <dc:description>generated using python-pptx</dc:description>
  <cp:lastModifiedBy>Ivan Lucas</cp:lastModifiedBy>
  <cp:revision>2</cp:revision>
  <dcterms:created xsi:type="dcterms:W3CDTF">2013-01-27T09:14:16Z</dcterms:created>
  <dcterms:modified xsi:type="dcterms:W3CDTF">2026-08-16T17:09:39Z</dcterms:modified>
  <cp:category/>
</cp:coreProperties>
</file>