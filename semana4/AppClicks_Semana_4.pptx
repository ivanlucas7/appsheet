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recomendado: Curso Levantamento de Requisitos: Exemplo prático de entrevista</a:t>
            </a:r>
          </a:p>
          <a:p>
            <a:r>
              <a:t>Canal: DevMedia</a:t>
            </a:r>
          </a:p>
          <a:p>
            <a:r>
              <a:t>URL: https://www.youtube.com/watch?v=eeb4uuP7nhY</a:t>
            </a:r>
          </a:p>
          <a:p>
            <a:r>
              <a:t>Acesso em 2026.</a:t>
            </a:r>
          </a:p>
          <a:p>
            <a:r>
              <a:t>Uso sugerido: Apresentar antes da Atividade 1 (roteiro de entrevista).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recomendado: REQUISITOS ÁGEIS - Como escrever histórias de usuário incríveis!</a:t>
            </a:r>
          </a:p>
          <a:p>
            <a:r>
              <a:t>Canal: Agilizando!</a:t>
            </a:r>
          </a:p>
          <a:p>
            <a:r>
              <a:t>URL: https://www.youtube.com/watch?v=yG6GUqrje1k</a:t>
            </a:r>
          </a:p>
          <a:p>
            <a:r>
              <a:t>Acesso em 2026.</a:t>
            </a:r>
          </a:p>
          <a:p>
            <a:r>
              <a:t>Uso sugerido: Apresentar na parte de histórias de usuário (Dia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recomendado: Assim também nascem os Aplicativos | O Wireframe</a:t>
            </a:r>
          </a:p>
          <a:p>
            <a:r>
              <a:t>Canal: Walt De Jesus</a:t>
            </a:r>
          </a:p>
          <a:p>
            <a:r>
              <a:t>URL: https://www.youtube.com/watch?v=MsNhTvw1Dwc</a:t>
            </a:r>
          </a:p>
          <a:p>
            <a:r>
              <a:t>Acesso em 2026.</a:t>
            </a:r>
          </a:p>
          <a:p>
            <a:r>
              <a:t>Uso sugerido: Apresentar antes da prática de desenho de telas (Dia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eeb4uuP7nhY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yG6GUqrje1k" TargetMode="External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MsNhTvw1Dwc" TargetMode="External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91440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ptos"/>
              </a:rPr>
              <a:t>AppClicks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Semana 4 — Do feedback ao produto: requisitos, histórias de usuário e telas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9D6E4"/>
                </a:solidFill>
                <a:latin typeface="Aptos"/>
              </a:rPr>
              <a:t>Disciplina 1 – AppSheet  |  PRONATEC/IFSP  |  12h • 3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Challenge Based Learning — Engajamento • Investigação • Implementação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Nossa semana em 3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4663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56692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DIA 1 — Engajamento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Tema do projeto final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Stakeholders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Entrevista e perguntas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Registro de feedbacks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417320"/>
            <a:ext cx="3611880" cy="4663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8536" y="1417320"/>
            <a:ext cx="3611880" cy="566928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DIA 2 — Investigação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402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Requisitos do app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Histórias de usuário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Apps concorrentes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Fórmulas do Google 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1" y="1417320"/>
            <a:ext cx="3611880" cy="4663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1" y="1417320"/>
            <a:ext cx="3611880" cy="566928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DIA 3 — Implementação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2402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Telas e wireframes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Novos campos e botões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Colunas na tabela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Avaliação do app modificado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Objetivos da Semana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733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Definir o tema do projeto final da 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16733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Identificar stakeholders e conduzir entrevistas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175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735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Coletar e organizar requisitos do aplicativo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32735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Escrever histórias de usuário com critérios de aceitação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017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🖼️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737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Pensar e rascunhar as telas do aplicativo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617720"/>
            <a:ext cx="5440680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01768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4873752"/>
            <a:ext cx="4160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Modificar o app base com novos campos e botões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Retomando a Semana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Trabalhamos com Challenge Based Learning (CBL): desafio, investigação e ação.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Conhecemos conceitos de UI e UX e a diferença entre eles.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Exploramos as telas e a navegação do aplicativo base no AppSheet.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Iniciamos o contato com os stakeholders e seus primeiros feedbacks.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Nesta semana, vamos transformar esses feedbacks em melhorias reais no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0152" cy="215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22191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UNIDADE — SEMANA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87952"/>
            <a:ext cx="1017727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“Nenhum aplicativo nasce pronto: ele nasce da escuta dos seus usuários.”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O Desafio da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07008"/>
            <a:ext cx="11274552" cy="2377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🎯 DESAFIO (CBL)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22E40"/>
                </a:solidFill>
                <a:latin typeface="Aptos"/>
              </a:rPr>
              <a:t>Como podemos melhorar as telas já existentes do aplicativo base para que se encaixem melhor às necessidades dos stakeholders?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7455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48B23"/>
                </a:solidFill>
                <a:latin typeface="Aptos"/>
              </a:rPr>
              <a:t>🎯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Criar um novo campo numa tela já existente do app base, de acordo com o que foi aprendido com o feedback dos stakeholders.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Challenge Based Learning — revisão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56692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1. ENGAJAMENTO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Compreender o desafio e se comprometer com ele. Ouvir os stakeholders e discutir os feedbacks.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611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611880" cy="566928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7276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2. INVESTIGAÇÃO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Planejar e pesquisar: estudar apps concorrentes, requisitos e ferramentas (Google Sheets, AppSheet).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63040"/>
            <a:ext cx="3611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463040"/>
            <a:ext cx="3611880" cy="566928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7276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3. IMPLEMENTAÇÃO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4028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Agir: criar e modificar telas, campos e botões no app base. Apresentar a solução.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As fases do CBL nesta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1481328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28016" cy="14813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9616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979D"/>
                </a:solidFill>
                <a:latin typeface="Aptos"/>
              </a:rPr>
              <a:t>ENGAJAMENTO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81328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Discussão em grupo sobre os feedbacks que seu stakeholder ofereceu e as modificações que ele deseja no app 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70048"/>
            <a:ext cx="11183112" cy="1481328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70048"/>
            <a:ext cx="128016" cy="14813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98064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INVESTIGAÇÃO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79776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Estudo sobre os apps concorrentes e sobre fórmulas do Google Sheets que podem ser usadas nas colunas de dados do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68496"/>
            <a:ext cx="11183112" cy="1481328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68496"/>
            <a:ext cx="128016" cy="148132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96511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IMPLEMENTAÇÃO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078224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Em equipes, criar novos campos (ex.: data de nascimento) no app base para se aproximar do desejado pelo stakeholder.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48B23"/>
                </a:solidFill>
                <a:latin typeface="Aptos"/>
              </a:rPr>
              <a:t>📦 Produto: um novo campo numa tela já existente do app base — se necessário, com a retirada de campos desnecessários.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0152" cy="215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22191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DIA 1 — ENGAJAMENTO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87952"/>
            <a:ext cx="1017727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“O primeiro passo do projeto não é construir: é perguntar, ouvir e entender.”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Engajamento: discutindo os feedbacks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813816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74980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Releia, com seu grupo, os feedbacks coletados dos stakeholders.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O que o stakeholder quer modificar no app base?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Quais telas ele mais usa? Onde ele sente dificuldade?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Quais informações faltam? Quais sobram?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Listem as modificações desejadas em ordem de prioridade.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499616"/>
            <a:ext cx="2377440" cy="4517136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00032" y="2706624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3191256"/>
            <a:ext cx="1737360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0" i="0">
                <a:solidFill>
                  <a:srgbClr val="222E40"/>
                </a:solidFill>
                <a:latin typeface="Aptos"/>
              </a:rPr>
              <a:t>🗣️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Definindo o tema do projeto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22E40"/>
                </a:solidFill>
                <a:latin typeface="Aptos"/>
              </a:rPr>
              <a:t>Cada equipe vai escolher o tema do seu aplicativo final. O tema nasce de um problema real, vivido por um stakeholder de verdade — colega, familiar, professor, comércio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48B23"/>
                </a:solidFill>
                <a:latin typeface="Aptos"/>
              </a:rPr>
              <a:t>Pergunta-chave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Que problema, no dia a dia de alguém que você conhece, poderia ser resolvido com um aplicativo simples feito no AppSheet?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O que faz um bom tema?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Problema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Público definido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371600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Viável no AppSheet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Dados simples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749039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931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❤️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663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Interesse da equipe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3749039"/>
            <a:ext cx="3611880" cy="21488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931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🗣️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663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Stakeholder acessível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Exemplos de temas de aplicativos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Agenda de atendimento de um salão ou consultório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6916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Controle de empréstimos da biblioteca da escola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Registro de pedidos de uma cantina ou lanchonete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2918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Controle de estoque de um pequeno comércio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Registro de ocorrências de uma turma ou oficina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89204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Gestão de tarefas de um projeto em equipe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Quem são os stakeholders?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15544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Stakeholder é qualquer pessoa afetada pelo aplicativo: quem vai usar, quem paga, quem mantém, quem é beneficiado. O sucesso do app depende de entender o que cada um precisa.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2E40"/>
                </a:solidFill>
                <a:latin typeface="Aptos"/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319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Usuário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507992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quem opera o app todos os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2E40"/>
                </a:solidFill>
                <a:latin typeface="Aptos"/>
              </a:rPr>
              <a:t>🧑‍💼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Cliente / dono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507992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quem encomendou a solução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206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2E40"/>
                </a:solidFill>
                <a:latin typeface="Aptos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2578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Colegas / comunidade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33872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outros afetados pelo processo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206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222E40"/>
                </a:solidFill>
                <a:latin typeface="Aptos"/>
              </a:rPr>
              <a:t>🧑‍🏫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2578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Professor / tutor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833872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orienta e valida as entregas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Mapeando os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1234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28016" cy="1143000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979D"/>
                </a:solidFill>
                <a:latin typeface="Aptos"/>
              </a:rPr>
              <a:t>Primário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81328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Usa o app diretamente. Entrevistar sempre.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11183112" cy="1234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28016" cy="1143000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0720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Secundário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07208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Recebe os dados ou relatórios gerados pelo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11183112" cy="12344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128016" cy="1143000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Terciário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133088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Aprova, financia ou regulamenta o uso do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48B23"/>
                </a:solidFill>
                <a:latin typeface="Aptos"/>
              </a:rPr>
              <a:t>✍️ Atividade: cada equipe lista seus stakeholders e escolhe um representante para a entrevista.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 entrevista com o stakeholder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A entrevista é a principal ferramenta de coleta de requisitos.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Prepare um roteiro, mas conduza como uma conversa (entrevista semiestruturada).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Explore o contexto: como a pessoa trabalha hoje, sem o aplicativo?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Procure entender tarefas, rotinas, gargalos e desejos.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Registre tudo: anote, grave (com permissão) e confirme o que entendeu.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Perguntas abertas x perguntas fechadas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448056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40680" cy="54864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ABERTAS — exploram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“Como o senhor organiza os agendamentos hoje?”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“O que mais te frustra nesse processo?”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“Conte um dia típico de trabalho.”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“Se pudesse mudar uma coisa, o que seria?”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40680" cy="54864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FECHADAS — confirmam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“Você usa o celular para isso? (sim/não)”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“Quantos atendimentos faz por dia?”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“Esse campo é obrigatório?”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Use para confirmar detalhes, não para começar.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Estrutura de um roteiro de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71600"/>
            <a:ext cx="10588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1. Abertura — apresente-se, explique o objetivo do app e peça permissão para anotar.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86000"/>
            <a:ext cx="10588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2. Contexto — entenda a rotina e o trabalho atual do stakeholder.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3101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200400"/>
            <a:ext cx="10588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3. Dores e necessidades — o que falta, o que atrapalha, o que desejaria.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2245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114800"/>
            <a:ext cx="10588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4. Validação — mostre ideias de telas/campos e peça opinião.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389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029200"/>
            <a:ext cx="10588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5. Fechamento — agradeça, combine próximos passos e registre tudo.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Exemplos de perguntas para o app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“Quais telas do aplicativo você mais utiliza? Por quê?”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“Que informação você sente falta em alguma tela?”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“Se pudéssemos adicionar um campo, qual seria? (ex.: data de nascimento)”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“Alguma informação na tela está sobrando ou confundindo?”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“Como você gostaria que os dados fossem organizados?”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“Quem mais usaria esse aplicativo e para quê?”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Boas práticas na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Escute mais, fale menos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830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606039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Não induza as respostas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54480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7830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606039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Anote ou grave (com permissão)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Confirme o que entendeu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749039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977639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⏱️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Respeite o tempo combinado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3749039"/>
            <a:ext cx="3611880" cy="192024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977639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222E40"/>
                </a:solidFill>
                <a:latin typeface="Aptos"/>
              </a:rPr>
              <a:t>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8006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Agradeça e volte a contatar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Vídeo: entrevista na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417320" cy="38404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79222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umb_eeb4uuP7nhY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088"/>
            <a:ext cx="4160520" cy="311810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468880" y="30175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E979D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344168"/>
            <a:ext cx="60167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2E40"/>
                </a:solidFill>
                <a:latin typeface="Aptos"/>
              </a:rPr>
              <a:t>Curso Levantamento de Requisitos: Exemplo prático de entrevista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6016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06E84"/>
                </a:solidFill>
                <a:latin typeface="Aptos"/>
              </a:rPr>
              <a:t>Canal: DevMedia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41448"/>
            <a:ext cx="6016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Um exemplo prático de entrevista com o cliente: como conduzir perguntas e extrair requisitos reais para o seu projeto.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5394960" y="3127248"/>
            <a:ext cx="4782312" cy="50292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▶  ASSISTIR NO YOUTUBE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6728" y="3913632"/>
            <a:ext cx="106984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eeb4uuP7n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3968496"/>
            <a:ext cx="96012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94960" y="3739896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66FAD"/>
                </a:solidFill>
                <a:latin typeface="Aptos"/>
              </a:rPr>
              <a:t>https://www.youtube.com/watch?v=eeb4uuP7nhY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041648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E84"/>
                </a:solidFill>
                <a:latin typeface="Aptos"/>
              </a:rPr>
              <a:t>Fonte: YouTube — DevMedia.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Atividade 1 — Roteiro de entrevista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Em duplas — 40 min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0299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920240"/>
            <a:ext cx="100401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Escolham um stakeholder (real ou simulado pela dupla).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89864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788920"/>
            <a:ext cx="100401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Escrevam um roteiro com 8 a 10 perguntas (maioria abertas).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673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657600"/>
            <a:ext cx="100401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Simulem a entrevista: 10 minutos para cada lado (entrevistador e entrevistado).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63600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526280"/>
            <a:ext cx="100401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Registrem as respostas e marquem as 3 necessidades mais importantes.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50468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394960"/>
            <a:ext cx="100401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Apresentem ao grupo o principal aprendizado da entrevista.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Como registrar o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18311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Quem é o stakeholder?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35607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Nome, papel e relação com o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13432"/>
            <a:ext cx="1118311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O que funciona hoje?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O que ele já gosta no app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00984"/>
            <a:ext cx="1118311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1071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O que falta?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10712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Informações, campos ou telas ausentes.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88536"/>
            <a:ext cx="1118311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Sugestão concreta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398264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Ex.: “quero um campo de data de nascimento”.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76088"/>
            <a:ext cx="1118311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858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Prioridade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385816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Alta / Média / Baixa — definida com o stakeholder.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0152" cy="215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22191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DIA 2 — INVESTIGAÇÃO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87952"/>
            <a:ext cx="1017727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“Requisito é a ponte entre o que o stakeholder pede e o que o app vai fazer.”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Investigação: o que vamos estudar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Apps concorrentes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8600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Como outros apps resolvem o mesmo problema?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69164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Requisitos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28600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Traduzir feedbacks em funções do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77639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Histórias de usuário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Descrever necessidades no formato ágil.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977639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Fórmulas Google 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57200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Recursos para as colunas das tabelas do app.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O que é um requisito?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011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Requisito é uma condição ou capacidade que o aplicativo precisa ter para atender o stakeholder. Ex.: “o app deve registrar a data de nascimento do aluno”.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De onde vêm os requisitos?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Entrevistas e conversas com stakeholders.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Observação do dia a dia e das tarefas reais.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Análise de apps concorrentes.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Requisitos funcionais x não funcionais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448056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40680" cy="54864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FUNCIONAIS — o que o app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Registrar alunos com nome e data de nascimento.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Permitir buscar aluno pelo nome.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Enviar formulário de atendimento.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Gerar lista de aniversariantes do mês.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440680" cy="54864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NÃO FUNCIONAIS — como o app se comporta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Ser simples de usar, sem treinamento longo.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Responder rápido ao salvar dados.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Funcionar bem no celular.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Manter os dados organizados na planilha.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Do feedback do stakeholder à tela do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1965960" cy="137160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87168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377440"/>
            <a:ext cx="1965960" cy="137160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Necessidade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487168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2377440"/>
            <a:ext cx="1965960" cy="1371600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Requisito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2487168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2377440"/>
            <a:ext cx="1965960" cy="1371600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História de usuário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487168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2377440"/>
            <a:ext cx="1965960" cy="1371600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Tela /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111831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222E40"/>
                </a:solidFill>
                <a:latin typeface="Aptos"/>
              </a:rPr>
              <a:t>Exemplo: “falta a data de nascimento” (feedback) → saber a idade dos alunos (necessidade) → registrar data de nascimento (requisito) → história de usuário → campo Date na tela do formulário.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Priorizando: o que fazer primeiro?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83112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2763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E40"/>
                </a:solidFill>
                <a:latin typeface="Aptos"/>
              </a:rPr>
              <a:t>Essencial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27632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Sem isso o app não atende o stakeholder. Fazer primeiro.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11183112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E40"/>
                </a:solidFill>
                <a:latin typeface="Aptos"/>
              </a:rPr>
              <a:t>Importante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82112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Melhora muito o app, mas pode esperar um pouco.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11183112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3659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2E40"/>
                </a:solidFill>
                <a:latin typeface="Aptos"/>
              </a:rPr>
              <a:t>Pode esperar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736592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Bom ter, mas não compromete o objetivo da semana.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Histórias de usuário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Uma história de usuário descreve uma necessidade de forma curta e simples, sempre do ponto de vista de quem usa o aplicativo. Ela conecta o requisito a uma função concreta do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Formato clássico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E979D"/>
                </a:solidFill>
                <a:latin typeface="Aptos"/>
              </a:rPr>
              <a:t>“Como [papel], quero [ação/recurso], para [benefício].”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Ex.: “Como professor, quero registrar a data de nascimento dos alunos, para enviar parabéns e organizar as turmas.”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Anatomia da história de usuário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611880" cy="54864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COMO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154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o papel de quem usa: professor, cliente, aluno...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55448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554480"/>
            <a:ext cx="3611880" cy="54864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QUERO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86000"/>
            <a:ext cx="3154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a ação ou recurso desejado no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554480"/>
            <a:ext cx="3611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47304" y="1554480"/>
            <a:ext cx="3611880" cy="548640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PARA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286000"/>
            <a:ext cx="3154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o benefício que aquilo traz.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111831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48B23"/>
                </a:solidFill>
                <a:latin typeface="Aptos"/>
              </a:rPr>
              <a:t>💡 Dica: se você não consegue dizer “para quê”, talvez a função não seja necessária.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Critérios de aceitação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18288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Critérios de aceitação dizem quando a história está pronta: dado certo, ação feita, resultado esperado. Eles guiam o teste do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8F5F"/>
                </a:solidFill>
                <a:latin typeface="Aptos"/>
              </a:rPr>
              <a:t>Exemplo — campo “Data de nascimento”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Dado que estou no formulário do aluno, quando preencho a data de nascimento, o campo aceita datas válidas.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Quando a data fica vazia e o campo é obrigatório, o app avisa antes de salvar.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data aparece corretamente na lista de alunos após salvar.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Boas histórias seguem o INVEST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27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Independent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Não depende de outra história para fazer sentido.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371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00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627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Negotiable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40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Pode ser discutida e ajustada com o stakeholder.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371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4" y="1600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627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Valuable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240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Entrega valor claro para quem usa.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13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Estimable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Dá para estimar o esforço de construir.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657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53712" y="3886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3913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Small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526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Pequena o bastante para caber em uma aula.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657600"/>
            <a:ext cx="3611880" cy="21031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75904" y="3886200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391363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Testable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52628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E40"/>
                </a:solidFill>
                <a:latin typeface="Aptos"/>
              </a:rPr>
              <a:t>Dá para verificar com critérios de aceitação.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Exemplos de histórias para o app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“Como secretária, quero registrar a data de nascimento de cada aluno, para cumprimentar os aniversariantes do mês.”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11183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“Como professor, quero buscar um aluno pelo nome na lista, para encontrar suas informações rapidamente.”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80560"/>
            <a:ext cx="111831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“Como coordenador, quero ver quantos atendimentos foram feitos na semana, para acompanhar a demanda.”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Vídeo: escrevendo boas histórias de usuário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417320" cy="38404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79222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umb_yG6GUqrje1k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088"/>
            <a:ext cx="4160520" cy="311810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468880" y="30175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E979D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344168"/>
            <a:ext cx="60167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2E40"/>
                </a:solidFill>
                <a:latin typeface="Aptos"/>
              </a:rPr>
              <a:t>REQUISITOS ÁGEIS - Como escrever histórias de usuário incríveis!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6016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06E84"/>
                </a:solidFill>
                <a:latin typeface="Aptos"/>
              </a:rPr>
              <a:t>Canal: Agilizando!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41448"/>
            <a:ext cx="6016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Como escrever boas histórias de usuário no formato 'Como... quero... para...' e transformá-las em requisitos.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5394960" y="3127248"/>
            <a:ext cx="4782312" cy="50292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▶  ASSISTIR NO YOUTUBE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6728" y="3913632"/>
            <a:ext cx="106984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yG6GUqrje1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3968496"/>
            <a:ext cx="96012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94960" y="3739896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66FAD"/>
                </a:solidFill>
                <a:latin typeface="Aptos"/>
              </a:rPr>
              <a:t>https://www.youtube.com/watch?v=yG6GUqrje1k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041648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E84"/>
                </a:solidFill>
                <a:latin typeface="Aptos"/>
              </a:rPr>
              <a:t>Fonte: YouTube — Agilizando!.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Investigação: estudando apps concorrentes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18288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Antes de modificar o app base, veja como outros aplicativos resolvem o mesmo problema. O objetivo não é copiar: é aprender boas ideias e evitar erros.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918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22E40"/>
                </a:solidFill>
                <a:latin typeface="Aptos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61188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Que telas o app tem?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22E40"/>
                </a:solidFill>
                <a:latin typeface="Aptos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61188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Que campos e botões aparecem?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634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59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22E40"/>
                </a:solidFill>
                <a:latin typeface="Aptos"/>
              </a:rPr>
              <a:t>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83479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Qual o caminho do usuário?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440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937759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222E40"/>
                </a:solidFill>
                <a:latin typeface="Aptos"/>
              </a:rP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983479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O que é bom? O que incomoda?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Fórmulas do Google Sheets para as colunas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=HOJE()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Data atual — útil para calcular idades e prazos.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=DATADIF()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Diferença entre datas — ex.: idade a partir do nascimento.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=SE()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Decisões — ex.: “se a idade &lt; 18, mostrar aviso”.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=CONT.SE()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Contar ocorrências — ex.: atendimentos por aluno.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=CONCATENAR()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Juntar textos — ex.: nome + sobrenome.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40680" cy="13716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=ÚNICO()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120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Listar valores sem repetição — ex.: turmas existentes.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44768"/>
            <a:ext cx="111831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06E84"/>
                </a:solidFill>
                <a:latin typeface="Aptos"/>
              </a:rPr>
              <a:t>💡 No AppSheet, colunas calculadas e regras usam expressões inspiradas nessas fórmulas.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Atividade 2 — Requisitos e histórias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63040"/>
            <a:ext cx="10040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Releiam os feedbacks registrados no Dia 1.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871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377440"/>
            <a:ext cx="10040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Transformem cada feedback em um requisito (funcional ou não funcional).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015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291840"/>
            <a:ext cx="10040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Escrevam 5 histórias de usuário no formato “Como... quero... para...”.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206240"/>
            <a:ext cx="10040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Definam pelo menos 1 critério de aceitação para cada história.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303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5120640"/>
            <a:ext cx="10040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Priorizem: o que é essencial fazer no app base esta semana?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7048"/>
            <a:ext cx="10360152" cy="215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22191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DIA 3 — 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87952"/>
            <a:ext cx="1017727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“Wireframe primeiro, aplicativo depois: pensar na tela antes de construir.”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Implementação: o que cada equipe fará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Adicionar novos componentes ao app base (ex.: campo de data de nascimento).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Modificar componentes existentes do app (layout, ordem, rótulos).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Se necessário, retirar campos considerados desnecessários pelo stakeholder.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Testar as mudanças com colegas antes de apresentar.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Produto: uma tela existente do app base, melhorada com base no feedback.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Pensando nas telas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Uma tela, um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8600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Cada tela existe para uma tarefa clara.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✂️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Menos é mais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28600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Só os campos realmente necessários.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Agrupe o que se parece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Dados pessoais juntos; ações juntas.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931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O importante primeiro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572000"/>
            <a:ext cx="4206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Campos essenciais no topo da tela.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Wireframe: o rascunho da 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011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Wireframe é o esqueleto da tela: caixas, rótulos e botões desenhados à mão ou em ferramenta simples. Ele define a organização dos itens antes de mexer no AppSheet.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Como fazer um sketch em 5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Desenhe um retângulo do tamanho da tela do celular.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Marque o título da tela no topo.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Posicione os campos (nome, data de nascimento...) e o botão de salvar.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Numere a ordem de preenchimento e anote as dúvidas do stakeholder.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Organização de itens na 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10972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Título claro no topo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81328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O usuário sabe em que tela está.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183112" cy="10972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6148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Campos essenciais primeiro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61488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Nome e data antes de observações.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11183112" cy="10972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5195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4164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Ações bem visíveis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41648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Botão “Salvar” destacado no fim do formulário.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12079"/>
            <a:ext cx="11183112" cy="10972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532119"/>
            <a:ext cx="384048" cy="384048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21807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Espaço e alinhamento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321807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Itens alinhados e sem poluição visual.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Vídeo: wireframes na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417320" cy="384048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🎥 Vídeo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792224"/>
            <a:ext cx="4270248" cy="3227832"/>
          </a:xfrm>
          <a:prstGeom prst="rect">
            <a:avLst/>
          </a:prstGeom>
          <a:solidFill>
            <a:srgbClr val="22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umb_MsNhTvw1Dwc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088"/>
            <a:ext cx="4160520" cy="311810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468880" y="30175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E979D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344168"/>
            <a:ext cx="60167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22E40"/>
                </a:solidFill>
                <a:latin typeface="Aptos"/>
              </a:rPr>
              <a:t>Assim também nascem os Aplicativos | O Wireframe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6016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06E84"/>
                </a:solidFill>
                <a:latin typeface="Aptos"/>
              </a:rPr>
              <a:t>Canal: Walt De Jesus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41448"/>
            <a:ext cx="6016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O papel do wireframe no nascimento de um aplicativo: rascunhar telas antes de construir.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5394960" y="3127248"/>
            <a:ext cx="4782312" cy="50292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▶  ASSISTIR NO YOUTUBE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6728" y="3913632"/>
            <a:ext cx="106984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60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MsNhTvw1Dw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3968496"/>
            <a:ext cx="96012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94960" y="3739896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66FAD"/>
                </a:solidFill>
                <a:latin typeface="Aptos"/>
              </a:rPr>
              <a:t>https://www.youtube.com/watch?v=MsNhTvw1Dwc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041648"/>
            <a:ext cx="4782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06E84"/>
                </a:solidFill>
                <a:latin typeface="Aptos"/>
              </a:rPr>
              <a:t>Fonte: YouTube — Walt De Jesus.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Do wireframe ao AppSheet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868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Campo de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36192"/>
            <a:ext cx="2377440" cy="50292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11183112" cy="868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Data (nascimento)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8716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542032"/>
            <a:ext cx="2377440" cy="50292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11183112" cy="868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Escolha de opções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49300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547872"/>
            <a:ext cx="2377440" cy="502920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Enum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89120"/>
            <a:ext cx="11183112" cy="868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9884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Foto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4988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553712"/>
            <a:ext cx="2377440" cy="502920"/>
          </a:xfrm>
          <a:prstGeom prst="round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94960"/>
            <a:ext cx="11183112" cy="868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0468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Botão de 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50468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559552"/>
            <a:ext cx="2377440" cy="502920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Prática: adicionando um campo no formulário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46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3560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25880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Abra o app base no editor do AppSheet (Data &gt; sua tabela).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871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7743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Crie a coluna “Data_Nascimento” com o tipo Date.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3872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2899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Marque a coluna como visível no formulário (Show) e, se combinado, como obrigatória (Require).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9028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48055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Salve e sincronize o app para ver o novo campo na tela.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Prática: adicionando um botão (Action)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47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3560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25880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No editor, vá em Actions e clique em “Add” (nova ação).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871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7743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Dê um nome claro, ex.: “Novo atendimento”.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3872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2899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Escolha o comportamento: navegar para outra tela, criar registro, etc.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9028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480559"/>
            <a:ext cx="105887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Salve e teste o botão no app (preview) com um colega.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Prática: criando coluna na tabela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Data &gt; nome da tabela &gt; “Add” (nova coluna).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Nome: sem espaços ou acentos (ex.: Data_Nascimento).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Tipo correto: Date para datas, Text para textos, Number para números.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A nova coluna aparece como campo nas telas e formulários do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4552" cy="201168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48B23"/>
                </a:solidFill>
                <a:latin typeface="Aptos"/>
              </a:rPr>
              <a:t>⚠️ Cuidado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Excluir uma coluna apaga os dados dela na planilha. Antes de excluir, confirme com a equipe e com o stakeholder que aquela informação realmente não é necessária.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Alterando colunas existentes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3619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Alterar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08760"/>
            <a:ext cx="7223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Mudar o tipo, o rótulo ou a posição da coluna afeta as telas — teste sempre depois.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11183112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🗑️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3639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Excluir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08960"/>
            <a:ext cx="7223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Remova apenas campos aprovados pelo stakeholder; os dados são perdidos.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11183112" cy="141732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222E40"/>
                </a:solidFill>
                <a:latin typeface="Aptos"/>
              </a:rPr>
              <a:t>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3659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Criar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709160"/>
            <a:ext cx="7223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Prefira criar colunas novas a reaproveitar colunas com outro significado.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Armazenamento e envio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O Google Sheets é o banco de dados do app: cada aba é uma tabela.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Cada coluna da planilha vira um campo do aplicativo.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O formulário envia os dados preenchidos como uma nova linha da tabela.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 sincronização leva as mudanças do editor para o app de quem usa.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Sempre teste o envio de um registro real após modificar o app.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Ajuste de layout e fluxo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377440" cy="1005840"/>
          </a:xfrm>
          <a:prstGeom prst="round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Menu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4884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377440" cy="1005840"/>
          </a:xfrm>
          <a:prstGeom prst="round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Lista de registros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4884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2377440" cy="1005840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Formulário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4884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06E8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011680"/>
            <a:ext cx="2377440" cy="1005840"/>
          </a:xfrm>
          <a:prstGeom prst="roundRect">
            <a:avLst/>
          </a:prstGeom>
          <a:solidFill>
            <a:srgbClr val="1E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Confirmação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1118311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22E40"/>
                </a:solidFill>
                <a:latin typeface="Aptos"/>
              </a:rPr>
              <a:t>Pense no caminho completo do usuário: ele chega de onde? Onde clica? O que vê depois de salvar? Ajuste a ordem das telas e dos campos para encurtar esse caminho.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Prática em equipe — passo a passo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52704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17320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Escolham, em equipe, a tela do app base que será melhorada.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30428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194560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Desenhem o wireframe da tela com o novo campo (papel ou quadro).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8152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971800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Criem a coluna na tabela (ex.: Data_Nascimento, tipo Date).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58768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749039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Adicionem o campo no formulário e ajustem a ordem dos itens.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63600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526279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Se necessário, criem um botão de ação e removam campos desnecessários.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413247"/>
            <a:ext cx="384048" cy="38404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5303519"/>
            <a:ext cx="100401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22E40"/>
                </a:solidFill>
                <a:latin typeface="Aptos"/>
              </a:rPr>
              <a:t>Testem com outra equipe e registrem o feedback recebido.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Produto da semana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219456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E979D"/>
                </a:solidFill>
                <a:latin typeface="Aptos"/>
              </a:rPr>
              <a:t>📦 O que cada equipe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Um novo campo em uma tela já existente do app base (ex.: data de nascimento), criado a partir do feedback do stakeholder — com a possibilidade de retirada de campos desnecessários.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2335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Campo funcionando no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02335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Wireframe da tela registrada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7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1207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5779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Histórias de usuário escritas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98347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21207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22E40"/>
                </a:solidFill>
                <a:latin typeface="Aptos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79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Feedback do stakeholder anotado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Avaliação da semana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8B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Instrumento: apresentação da versão modificada do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 equipe mostra a tela modificada com o novo campo em funcionamento.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Explica qual feedback do stakeholder originou a mudança.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Demonstra o campo sendo preenchido e salvo (dados chegando na planilha).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Justifica eventuais campos removidos e o wireframe produzido.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Critérios: atendimento ao feedback, funcionamento, organização da tela e trabalho em equipe.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H5P — Quiz de conceitos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74320"/>
            <a:ext cx="1325880" cy="512064"/>
          </a:xfrm>
          <a:prstGeom prst="round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74552" cy="5102352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🧩 Quiz interativo no Moodle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Quiz com conceitos básicos de AppSheet trabalhados até aqui.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Temas: tabelas e colunas, tipos de dados, formulários, views e sincronização.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Disponível na página da disciplina no ambiente virtual.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Podem refazer quantas vezes quiserem — use para se preparar para a prática.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Recapitulando a Semana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Definimos o tema do projeto final a partir de um problema real.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Entrevistamos stakeholders e registramos seus feedbacks.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Transformamos feedbacks em requisitos e histórias de usuário.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Rascunhamos telas com wireframes antes de mexer no app.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Criamos campos, colunas e botões no app base, em equipe.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E40"/>
                </a:solidFill>
                <a:latin typeface="Aptos"/>
              </a:rPr>
              <a:t>• Apresentamos a versão modificada do app como produto da semana.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Continue 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4028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Leve o app modificado para o stakeholder testar.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Refine as histórias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24028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Ajuste as histórias de usuário com o novo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31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Conclua o H5P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2628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Faça o quiz antes da próxima aula.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440680" cy="2057400"/>
          </a:xfrm>
          <a:prstGeom prst="round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222E40"/>
                </a:solidFill>
                <a:latin typeface="Aptos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931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22E40"/>
                </a:solidFill>
                <a:latin typeface="Aptos"/>
              </a:rPr>
              <a:t>Prepare a próxima semana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452628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Traga ideias de novas telas para o seu projeto.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ptos"/>
              </a:rPr>
              <a:t>Bom trabalho, equipes! 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9D6E4"/>
                </a:solidFill>
                <a:latin typeface="Aptos"/>
              </a:rPr>
              <a:t>Ouvir bem hoje é construir o aplicativo certo amanhã.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06E84"/>
                </a:solidFill>
                <a:latin typeface="Aptos"/>
              </a:rPr>
              <a:t>AppClicks — Disciplina 1 — PRONATEC/IFSP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692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Referências e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DevMedia — Curso Levantamento de Requisitos: Exemplo prático de entrevista (YouTube): https://www.youtube.com/watch?v=eeb4uuP7nhY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Agilizando! — Requisitos Ágeis: Como escrever histórias de usuário incríveis! (YouTube): https://www.youtube.com/watch?v=yG6GUqrje1k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Walt De Jesus — Assim também nascem os Aplicativos | O Wireframe (YouTube): https://www.youtube.com/watch?v=MsNhTvw1Dwc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Atlassian — User Stories (agile.atlassian.com).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Google AppSheet — Documentação oficial (support.google.com/appsheet).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Google Workspace Learning Center — Google Sheets (support.google.com).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ptos"/>
              </a:rPr>
              <a:t>Obrigado! 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C9D6E4"/>
                </a:solidFill>
                <a:latin typeface="Aptos"/>
              </a:rPr>
              <a:t>Dúvidas? Fale com o professor ou com sua equipe.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06E84"/>
                </a:solidFill>
                <a:latin typeface="Aptos"/>
              </a:rPr>
              <a:t>AppClicks — Semana 4 — PRONATEC/IFSP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